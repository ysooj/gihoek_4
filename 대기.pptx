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  <p:sldId id="272" r:id="rId4"/>
    <p:sldId id="273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BD7B4-279D-4FFF-ACB5-3E4642506981}" v="11" dt="2026-04-27T04:04:2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3444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4-27T04:04:24.422" v="13"/>
      <pc:docMkLst>
        <pc:docMk/>
      </pc:docMkLst>
      <pc:sldChg chg="add">
        <pc:chgData name="musukie52@gmail.com" userId="017bd91f96aa8751" providerId="LiveId" clId="{5B2C3894-F97E-4CAB-8812-5BB4D83AAC6A}" dt="2026-04-27T04:04:24.422" v="13"/>
        <pc:sldMkLst>
          <pc:docMk/>
          <pc:sldMk cId="2272022576" sldId="266"/>
        </pc:sldMkLst>
      </pc:sldChg>
      <pc:sldChg chg="add del setBg">
        <pc:chgData name="musukie52@gmail.com" userId="017bd91f96aa8751" providerId="LiveId" clId="{5B2C3894-F97E-4CAB-8812-5BB4D83AAC6A}" dt="2026-04-27T03:53:58.053" v="10"/>
        <pc:sldMkLst>
          <pc:docMk/>
          <pc:sldMk cId="4253053300" sldId="270"/>
        </pc:sldMkLst>
      </pc:sldChg>
      <pc:sldChg chg="addSp delSp modSp add del mod setBg">
        <pc:chgData name="musukie52@gmail.com" userId="017bd91f96aa8751" providerId="LiveId" clId="{5B2C3894-F97E-4CAB-8812-5BB4D83AAC6A}" dt="2026-04-27T03:53:55.469" v="9"/>
        <pc:sldMkLst>
          <pc:docMk/>
          <pc:sldMk cId="4174942303" sldId="271"/>
        </pc:sldMkLst>
        <pc:spChg chg="add del mod">
          <ac:chgData name="musukie52@gmail.com" userId="017bd91f96aa8751" providerId="LiveId" clId="{5B2C3894-F97E-4CAB-8812-5BB4D83AAC6A}" dt="2026-04-27T03:31:27.303" v="3" actId="478"/>
          <ac:spMkLst>
            <pc:docMk/>
            <pc:sldMk cId="4174942303" sldId="271"/>
            <ac:spMk id="2" creationId="{E95E67E7-8DDF-8EA4-3C5D-3DD2A1F97705}"/>
          </ac:spMkLst>
        </pc:spChg>
      </pc:sldChg>
      <pc:sldChg chg="add del setBg">
        <pc:chgData name="musukie52@gmail.com" userId="017bd91f96aa8751" providerId="LiveId" clId="{5B2C3894-F97E-4CAB-8812-5BB4D83AAC6A}" dt="2026-04-27T03:54:00.778" v="11"/>
        <pc:sldMkLst>
          <pc:docMk/>
          <pc:sldMk cId="4194960012" sldId="272"/>
        </pc:sldMkLst>
      </pc:sldChg>
      <pc:sldChg chg="add del setBg">
        <pc:chgData name="musukie52@gmail.com" userId="017bd91f96aa8751" providerId="LiveId" clId="{5B2C3894-F97E-4CAB-8812-5BB4D83AAC6A}" dt="2026-04-27T03:54:03.631" v="12"/>
        <pc:sldMkLst>
          <pc:docMk/>
          <pc:sldMk cId="127099778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433E7-7737-86B3-8EA8-0251C5D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C092DF-7673-523A-71FD-10272C800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850B1-88B0-6785-D582-88B8EF0A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6199A-7BCA-2F38-7762-D9DC6734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B5D12E-5A45-5445-24AB-6639A1E6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19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D697D-54B0-E7E2-333A-4578C658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972EE-08D0-9A03-3FB3-F19103F7C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C1393-2D54-6050-DABA-0271D330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DB662-A163-BA71-2E31-2F47D7E7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CEA0F-B2BB-AC5D-E94E-0916B97C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6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E7218-36E6-87E3-EF43-75B0291F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C4EDF-F081-4775-F5EC-84F82BA4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C878E-F76A-6829-B68D-248D75FD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4806F-3691-4C12-5978-1A13E072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9E6A22-35B7-1C4A-D512-B5B53031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94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221BB-C5F5-25CB-FD87-B87C570B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4F5BE-9690-0914-4A23-34E511659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EDF368-3D43-9541-766F-246309C14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5D407-23B1-B8A4-4745-393211F3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DB268E-DAB3-DC4B-C0C3-491A85B1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BC5527-0F4B-CE3F-C92C-9EFED3B6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FA946-602C-F451-BE16-630EBC6A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AC7CC-2A5D-5962-D988-A43088EA5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A8FEB-F017-CF1D-E242-6F65B76B6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30257B-9B80-03D0-5E19-A52A103D8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9C0B0A-593F-4F9E-45BF-ED93B39A3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A80010-2FAE-0951-4546-72F60412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225B65-DCF5-16C3-A53F-039CAD40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AE98CB-4919-C7F7-6AE1-4CB388DE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782EB-F526-FA50-DAEB-D58E21B8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3B307B-E290-5329-8134-E51C20DD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070473-366D-7ACD-7B01-E62AC1BC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D3DE19-0CB6-6396-FB62-45CFD48B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4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A908E8-5EEF-5372-8EF5-CA65D6A0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197E0B-E82A-E9FE-7DEC-EABEA5D1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0C62A-53DC-DCF3-0A34-6F1A2F13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03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75227-224B-6610-E4AC-5F2C1E0D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6C0BE-E967-0FB6-E00A-26AB2A10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99D2BC-C258-A003-8454-2AA983027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E7F082-121A-0EEA-1457-9C2277BE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96CE0C-1135-EE22-F054-47C858BA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C9F71-352C-D6CD-F8CA-742E0392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7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E3DD8-1FEC-AA2B-157B-F37AA3D7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BBAA1A-EEDB-193C-FBC4-B85DCC0FE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71A18E-0C57-A407-1B08-1757EB25E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FB84E-6D35-9632-04A9-DCC3C36B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3CE345-D628-E70D-FDA4-F4231799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A7303-8AA5-2862-9E04-C269F333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2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117F8-2218-AF6C-0812-6F33B8A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76A945-F8ED-00AD-F95A-EA9D813CA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BAAF7-386C-5E2A-DC95-7278B4EB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16C36-F402-66E0-C857-896AB616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99457-460F-8EF7-3423-4B6B69A2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34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EB32A9-BAE8-595B-E4C3-944ECC7BE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03CC1-2189-BEE1-A0AA-98E7102D4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64559-8CAC-4BAB-964C-7730E636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6A709-4181-B388-A4D3-AC9E5999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E14BB-805F-AF95-EAF6-0FD924A6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33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AC25CE-E94F-FD9A-CF38-92AA7ADC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E9CDAA-065E-C828-E594-C7CD67EC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40BD4-50D7-06F3-4547-7D42DA38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B3F31A-2254-BD52-695B-E0384BF71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2015D-5EFA-966A-DB93-640923BA0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1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AD002-78C5-FAD3-76AE-18112800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D1E0F62-F67B-42A6-8273-113484C43596}"/>
              </a:ext>
            </a:extLst>
          </p:cNvPr>
          <p:cNvGraphicFramePr>
            <a:graphicFrameLocks noGrp="1"/>
          </p:cNvGraphicFramePr>
          <p:nvPr/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속에 봉인된 듯 정지 상태로 냉기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공중에 부유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방출 및 손끝 미세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자세를 풀며 다음 상태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천천히 전투 전 공간을 부유하며 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기울여 이동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저속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응시하며 위협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향해 몸을 틀어 전투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위협 자세 및 냉기 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 추적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앞으로 기울임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측면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 회피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압축하며 왜곡 에너지 응축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전방으로 고속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해제 후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피격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강피격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전체가 뒤틀림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1B1C6-0131-52B0-55CB-F5C1C469ECBE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 err="1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비전투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전투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598B67-0ED5-F412-B789-68906D07471D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F9A8CB2-7B79-6E11-4C18-70E4DD9E20F7}"/>
              </a:ext>
            </a:extLst>
          </p:cNvPr>
          <p:cNvCxnSpPr>
            <a:cxnSpLocks/>
          </p:cNvCxnSpPr>
          <p:nvPr/>
        </p:nvCxnSpPr>
        <p:spPr>
          <a:xfrm>
            <a:off x="307694" y="2936788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C1B484-DD4E-DCD8-CE6F-C7D5C9B01EE9}"/>
              </a:ext>
            </a:extLst>
          </p:cNvPr>
          <p:cNvCxnSpPr>
            <a:cxnSpLocks/>
          </p:cNvCxnSpPr>
          <p:nvPr/>
        </p:nvCxnSpPr>
        <p:spPr>
          <a:xfrm>
            <a:off x="307694" y="5209070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D2A95F8-812B-12AA-D518-3FE8EE78EE83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E10AEC-90AB-E56B-FCCA-9E341BDAB753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BE82ED-124A-B32D-7122-459860E09590}"/>
              </a:ext>
            </a:extLst>
          </p:cNvPr>
          <p:cNvCxnSpPr>
            <a:cxnSpLocks/>
          </p:cNvCxnSpPr>
          <p:nvPr/>
        </p:nvCxnSpPr>
        <p:spPr>
          <a:xfrm>
            <a:off x="1120378" y="4073575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8AF3BAE-6771-CD8C-9A0B-01CDC33E3BC3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C9E3B6-75F9-E19A-B398-B64A914C963B}"/>
              </a:ext>
            </a:extLst>
          </p:cNvPr>
          <p:cNvCxnSpPr>
            <a:cxnSpLocks/>
          </p:cNvCxnSpPr>
          <p:nvPr/>
        </p:nvCxnSpPr>
        <p:spPr>
          <a:xfrm>
            <a:off x="1120378" y="577815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687C9B7-842F-6C61-D0B8-6822EE9CC9F1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94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CD691-DFBC-0AED-481E-BD856409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188F51-2037-90B9-8BBB-C8EAF568D357}"/>
              </a:ext>
            </a:extLst>
          </p:cNvPr>
          <p:cNvGraphicFramePr>
            <a:graphicFrameLocks noGrp="1"/>
          </p:cNvGraphicFramePr>
          <p:nvPr/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899248136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364189425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743959956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11462071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강한 충격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브레이크 누적 시 무력화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무방비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정신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공감 타격 적중 시 정신적 혼란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감싸쥠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비명 및 몸부림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동요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 계열 공격 적중 시 인간성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플래시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멍한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플래시백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특정 패턴 파훼 시 과거 기억 자극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동공 확장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응시 정지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한 손 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팔을 뒤로 젖혀 공격 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 및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 손 내려치기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반대팔을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들어올림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내려치기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연속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광란의 난타 콤보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비틀며 힘 축적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강타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경직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향한 조롱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시선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손짓하며 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8F8B02-81FC-EC79-447E-50825F8C8033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공격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추가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AC60E8B-67FE-2CD4-FAE2-CCE74A2A6816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01FF398-FA38-3264-E4B7-26756D8A6B04}"/>
              </a:ext>
            </a:extLst>
          </p:cNvPr>
          <p:cNvCxnSpPr>
            <a:cxnSpLocks/>
          </p:cNvCxnSpPr>
          <p:nvPr/>
        </p:nvCxnSpPr>
        <p:spPr>
          <a:xfrm>
            <a:off x="307694" y="4076475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A336FA-9DAB-A084-69C3-EF9F93CE3C8F}"/>
              </a:ext>
            </a:extLst>
          </p:cNvPr>
          <p:cNvCxnSpPr>
            <a:cxnSpLocks/>
          </p:cNvCxnSpPr>
          <p:nvPr/>
        </p:nvCxnSpPr>
        <p:spPr>
          <a:xfrm>
            <a:off x="307694" y="5777817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E14D08-C52F-FDB7-46F4-258A96B80764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A80DAC-F3E7-FE22-62BC-31BF0C35C265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E19DAD2-3454-127C-EEB4-B4F1F95C7977}"/>
              </a:ext>
            </a:extLst>
          </p:cNvPr>
          <p:cNvCxnSpPr>
            <a:cxnSpLocks/>
          </p:cNvCxnSpPr>
          <p:nvPr/>
        </p:nvCxnSpPr>
        <p:spPr>
          <a:xfrm>
            <a:off x="1120378" y="293704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95E45F-99E0-3B62-3E1C-22A8B9B08651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4A8997F-E218-3D50-48D8-B88A37B3B369}"/>
              </a:ext>
            </a:extLst>
          </p:cNvPr>
          <p:cNvCxnSpPr>
            <a:cxnSpLocks/>
          </p:cNvCxnSpPr>
          <p:nvPr/>
        </p:nvCxnSpPr>
        <p:spPr>
          <a:xfrm>
            <a:off x="1120378" y="5215210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4C23AF2-CCF4-BE69-707C-0514257F4CF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05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67BC-9696-B5C8-5F2E-0F3E1B46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161C7E-D6DF-3FEF-7C58-CB197422DDC0}"/>
              </a:ext>
            </a:extLst>
          </p:cNvPr>
          <p:cNvGraphicFramePr>
            <a:graphicFrameLocks noGrp="1"/>
          </p:cNvGraphicFramePr>
          <p:nvPr/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1435956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1435956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뻗기 실패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실패 충격파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천천히 뻗음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허공 포착 시도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 떨림 및 불안정화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실패 폭발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허탈 경직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파편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광역기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움켜쥠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반지 패턴 균열 발생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파편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떨림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점멸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생성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움켜쥠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형성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발동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환영체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벌림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소환 완료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지휘 자세 유지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트라우마 절규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절규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움츠림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젖힘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절규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음파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탈진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 난타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왜곡된 팔을 이용한 광폭 연속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양팔 비정상적 뒤틀림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 난타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 난타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시간차 강타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크게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휘청임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소환된 환영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기억을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폭주시켜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폭발시킴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머리로 끌어당김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환영 불안정화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 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762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 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절망의 포효로 광역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디버프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 생성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크게 젖히며 숨 마심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흉부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입 발광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디버프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종료 후 경직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796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7893BF-5205-418A-C44E-E072D77F2229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E95AC2E-ABE6-047D-0EAF-AEEFEEC68ADE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EE7AFA-562B-B97C-0059-07B030E540A6}"/>
              </a:ext>
            </a:extLst>
          </p:cNvPr>
          <p:cNvCxnSpPr>
            <a:cxnSpLocks/>
          </p:cNvCxnSpPr>
          <p:nvPr/>
        </p:nvCxnSpPr>
        <p:spPr>
          <a:xfrm>
            <a:off x="1120378" y="5776479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DF8D5A4-3548-EAB0-0F33-664E85BF2F9C}"/>
              </a:ext>
            </a:extLst>
          </p:cNvPr>
          <p:cNvCxnSpPr>
            <a:cxnSpLocks/>
          </p:cNvCxnSpPr>
          <p:nvPr/>
        </p:nvCxnSpPr>
        <p:spPr>
          <a:xfrm>
            <a:off x="1120378" y="5211194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D409813-F394-8BFF-845C-F35ECB0E72DD}"/>
              </a:ext>
            </a:extLst>
          </p:cNvPr>
          <p:cNvCxnSpPr>
            <a:cxnSpLocks/>
          </p:cNvCxnSpPr>
          <p:nvPr/>
        </p:nvCxnSpPr>
        <p:spPr>
          <a:xfrm>
            <a:off x="1120378" y="2936904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3BCA92-50F7-44E3-6D5D-AD21A62C9DCF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A25B4DE-456D-60DA-E5ED-948232DC3F70}"/>
              </a:ext>
            </a:extLst>
          </p:cNvPr>
          <p:cNvCxnSpPr>
            <a:cxnSpLocks/>
          </p:cNvCxnSpPr>
          <p:nvPr/>
        </p:nvCxnSpPr>
        <p:spPr>
          <a:xfrm>
            <a:off x="307694" y="4056131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05D1204-F380-9077-945E-831AC7B01717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96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C66E-B535-7543-4756-35859996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2223C8-2E13-9609-6DDE-60216D86C09C}"/>
              </a:ext>
            </a:extLst>
          </p:cNvPr>
          <p:cNvGraphicFramePr>
            <a:graphicFrameLocks noGrp="1"/>
          </p:cNvGraphicFramePr>
          <p:nvPr/>
        </p:nvGraphicFramePr>
        <p:xfrm>
          <a:off x="307694" y="1430164"/>
          <a:ext cx="11576611" cy="4349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87626641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1960754779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몸이 떨리기 시작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발광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분출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강화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무력화 상태 돌입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무릎 꿇기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뻗기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약점 노출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유지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 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강화 전투 자세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낮추며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거친 호흡 및 냉기 분출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0429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공격적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크게 기울임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08468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연출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왜곡 변이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투영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신체 균열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 변이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및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신규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사망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중심 상실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잔해화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완전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회복 후 소멸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경계하며 뒷걸음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포옹 수용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(2.0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미소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서서히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D3B933-59EC-FD7E-6828-42E62A0FBC6D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연출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807F586-337D-F760-94DC-75663A014868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3AD9BD6-36A7-AA61-284E-E9BC7E449F9D}"/>
              </a:ext>
            </a:extLst>
          </p:cNvPr>
          <p:cNvCxnSpPr>
            <a:cxnSpLocks/>
          </p:cNvCxnSpPr>
          <p:nvPr/>
        </p:nvCxnSpPr>
        <p:spPr>
          <a:xfrm>
            <a:off x="307694" y="5778960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3B00765-6B65-859B-1C13-01A88E7F7C8F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3033E90-AA4A-3FE0-1F04-F177EB27DAC8}"/>
              </a:ext>
            </a:extLst>
          </p:cNvPr>
          <p:cNvCxnSpPr>
            <a:cxnSpLocks/>
          </p:cNvCxnSpPr>
          <p:nvPr/>
        </p:nvCxnSpPr>
        <p:spPr>
          <a:xfrm>
            <a:off x="1120378" y="521000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A767FB1-CDB1-95DC-A572-B136139E4EE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C35772-FD31-1188-E7A2-0F8F34313C1B}"/>
              </a:ext>
            </a:extLst>
          </p:cNvPr>
          <p:cNvCxnSpPr>
            <a:cxnSpLocks/>
          </p:cNvCxnSpPr>
          <p:nvPr/>
        </p:nvCxnSpPr>
        <p:spPr>
          <a:xfrm>
            <a:off x="307694" y="2937696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86C5AEF-72BF-1C8C-90EA-FC6A4470258A}"/>
              </a:ext>
            </a:extLst>
          </p:cNvPr>
          <p:cNvCxnSpPr>
            <a:cxnSpLocks/>
          </p:cNvCxnSpPr>
          <p:nvPr/>
        </p:nvCxnSpPr>
        <p:spPr>
          <a:xfrm>
            <a:off x="307694" y="407342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77B5D62-8E7C-7C5D-9DE8-A5BB39F6EE6A}"/>
              </a:ext>
            </a:extLst>
          </p:cNvPr>
          <p:cNvCxnSpPr>
            <a:cxnSpLocks/>
          </p:cNvCxnSpPr>
          <p:nvPr/>
        </p:nvCxnSpPr>
        <p:spPr>
          <a:xfrm>
            <a:off x="1120378" y="464207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99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6" y="441785"/>
            <a:ext cx="9517628" cy="597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2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1365</Words>
  <Application>Microsoft Office PowerPoint</Application>
  <PresentationFormat>와이드스크린</PresentationFormat>
  <Paragraphs>302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2026-04-27T03:30:54Z</dcterms:created>
  <dcterms:modified xsi:type="dcterms:W3CDTF">2026-04-27T04:04:33Z</dcterms:modified>
</cp:coreProperties>
</file>