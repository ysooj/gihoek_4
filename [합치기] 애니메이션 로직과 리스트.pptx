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71" r:id="rId7"/>
    <p:sldId id="270" r:id="rId8"/>
    <p:sldId id="272" r:id="rId9"/>
    <p:sldId id="267" r:id="rId10"/>
    <p:sldId id="266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529"/>
    <a:srgbClr val="2F3339"/>
    <a:srgbClr val="FFFFFF"/>
    <a:srgbClr val="BF5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7180C-91AC-40BB-9469-27134960B89A}" v="234" dt="2026-04-27T02:05:51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2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4-27T02:05:51.954" v="4108" actId="20577"/>
      <pc:docMkLst>
        <pc:docMk/>
      </pc:docMkLst>
      <pc:sldChg chg="delSp modSp add del mod setBg">
        <pc:chgData name="musukie52@gmail.com" userId="017bd91f96aa8751" providerId="LiveId" clId="{5B2C3894-F97E-4CAB-8812-5BB4D83AAC6A}" dt="2026-04-27T01:41:50.727" v="2544" actId="47"/>
        <pc:sldMkLst>
          <pc:docMk/>
          <pc:sldMk cId="1945962439" sldId="268"/>
        </pc:sldMkLst>
        <pc:spChg chg="mod">
          <ac:chgData name="musukie52@gmail.com" userId="017bd91f96aa8751" providerId="LiveId" clId="{5B2C3894-F97E-4CAB-8812-5BB4D83AAC6A}" dt="2026-04-27T01:06:29.630" v="353" actId="20577"/>
          <ac:spMkLst>
            <pc:docMk/>
            <pc:sldMk cId="1945962439" sldId="268"/>
            <ac:spMk id="9" creationId="{25E43018-5C77-9B63-54FD-A4376B47A337}"/>
          </ac:spMkLst>
        </pc:spChg>
        <pc:graphicFrameChg chg="mod modGraphic">
          <ac:chgData name="musukie52@gmail.com" userId="017bd91f96aa8751" providerId="LiveId" clId="{5B2C3894-F97E-4CAB-8812-5BB4D83AAC6A}" dt="2026-04-27T01:17:56.631" v="889" actId="20577"/>
          <ac:graphicFrameMkLst>
            <pc:docMk/>
            <pc:sldMk cId="1945962439" sldId="268"/>
            <ac:graphicFrameMk id="8" creationId="{50FECC3E-2823-69D6-0271-71194AC5827B}"/>
          </ac:graphicFrameMkLst>
        </pc:graphicFrameChg>
        <pc:cxnChg chg="del">
          <ac:chgData name="musukie52@gmail.com" userId="017bd91f96aa8751" providerId="LiveId" clId="{5B2C3894-F97E-4CAB-8812-5BB4D83AAC6A}" dt="2026-04-26T22:48:16.203" v="76" actId="478"/>
          <ac:cxnSpMkLst>
            <pc:docMk/>
            <pc:sldMk cId="1945962439" sldId="268"/>
            <ac:cxnSpMk id="14" creationId="{6CC97E6D-D3A7-4D20-035B-A946E9F5EB10}"/>
          </ac:cxnSpMkLst>
        </pc:cxnChg>
        <pc:cxnChg chg="del">
          <ac:chgData name="musukie52@gmail.com" userId="017bd91f96aa8751" providerId="LiveId" clId="{5B2C3894-F97E-4CAB-8812-5BB4D83AAC6A}" dt="2026-04-26T22:48:16.203" v="76" actId="478"/>
          <ac:cxnSpMkLst>
            <pc:docMk/>
            <pc:sldMk cId="1945962439" sldId="268"/>
            <ac:cxnSpMk id="15" creationId="{03C1F1F7-97EC-6750-F0AC-BEF722AE870E}"/>
          </ac:cxnSpMkLst>
        </pc:cxnChg>
        <pc:cxnChg chg="mod">
          <ac:chgData name="musukie52@gmail.com" userId="017bd91f96aa8751" providerId="LiveId" clId="{5B2C3894-F97E-4CAB-8812-5BB4D83AAC6A}" dt="2026-04-27T00:57:32.820" v="104" actId="14100"/>
          <ac:cxnSpMkLst>
            <pc:docMk/>
            <pc:sldMk cId="1945962439" sldId="268"/>
            <ac:cxnSpMk id="19" creationId="{F90759B7-18FF-9282-C1CD-1B1546BB81B8}"/>
          </ac:cxnSpMkLst>
        </pc:cxnChg>
        <pc:cxnChg chg="del">
          <ac:chgData name="musukie52@gmail.com" userId="017bd91f96aa8751" providerId="LiveId" clId="{5B2C3894-F97E-4CAB-8812-5BB4D83AAC6A}" dt="2026-04-26T22:48:16.203" v="76" actId="478"/>
          <ac:cxnSpMkLst>
            <pc:docMk/>
            <pc:sldMk cId="1945962439" sldId="268"/>
            <ac:cxnSpMk id="28" creationId="{28E692BC-D98A-B239-AACB-95CB76D988CA}"/>
          </ac:cxnSpMkLst>
        </pc:cxnChg>
      </pc:sldChg>
      <pc:sldChg chg="addSp delSp modSp add del mod setBg">
        <pc:chgData name="musukie52@gmail.com" userId="017bd91f96aa8751" providerId="LiveId" clId="{5B2C3894-F97E-4CAB-8812-5BB4D83AAC6A}" dt="2026-04-27T01:49:37.340" v="2740" actId="47"/>
        <pc:sldMkLst>
          <pc:docMk/>
          <pc:sldMk cId="1102944201" sldId="269"/>
        </pc:sldMkLst>
        <pc:spChg chg="mod">
          <ac:chgData name="musukie52@gmail.com" userId="017bd91f96aa8751" providerId="LiveId" clId="{5B2C3894-F97E-4CAB-8812-5BB4D83AAC6A}" dt="2026-04-27T01:49:02.150" v="2736" actId="1076"/>
          <ac:spMkLst>
            <pc:docMk/>
            <pc:sldMk cId="1102944201" sldId="269"/>
            <ac:spMk id="9" creationId="{9B55D071-A326-0E85-2036-EF928AB4C198}"/>
          </ac:spMkLst>
        </pc:spChg>
        <pc:spChg chg="add del mod">
          <ac:chgData name="musukie52@gmail.com" userId="017bd91f96aa8751" providerId="LiveId" clId="{5B2C3894-F97E-4CAB-8812-5BB4D83AAC6A}" dt="2026-04-27T01:49:04.810" v="2737" actId="478"/>
          <ac:spMkLst>
            <pc:docMk/>
            <pc:sldMk cId="1102944201" sldId="269"/>
            <ac:spMk id="24" creationId="{873401EA-3570-4AB7-190B-B4B5FC0F09CF}"/>
          </ac:spMkLst>
        </pc:spChg>
        <pc:graphicFrameChg chg="mod modGraphic">
          <ac:chgData name="musukie52@gmail.com" userId="017bd91f96aa8751" providerId="LiveId" clId="{5B2C3894-F97E-4CAB-8812-5BB4D83AAC6A}" dt="2026-04-27T01:47:25.357" v="2619" actId="1076"/>
          <ac:graphicFrameMkLst>
            <pc:docMk/>
            <pc:sldMk cId="1102944201" sldId="269"/>
            <ac:graphicFrameMk id="8" creationId="{CE342807-E2E8-6917-A7B9-85EBAECD6715}"/>
          </ac:graphicFrameMkLst>
        </pc:graphicFrameChg>
        <pc:cxnChg chg="del">
          <ac:chgData name="musukie52@gmail.com" userId="017bd91f96aa8751" providerId="LiveId" clId="{5B2C3894-F97E-4CAB-8812-5BB4D83AAC6A}" dt="2026-04-27T01:31:19.260" v="1803" actId="478"/>
          <ac:cxnSpMkLst>
            <pc:docMk/>
            <pc:sldMk cId="1102944201" sldId="269"/>
            <ac:cxnSpMk id="4" creationId="{BBEB1F2C-FC4F-89D3-9E33-7CB8FCCDDC84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0" creationId="{AA4D0E02-FDFE-27DF-F1CC-47B4DBDDB0CC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1" creationId="{22032BD5-898D-F757-8A92-0E40CB4F5FFC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2" creationId="{10C5668C-7B87-C063-2411-4BD9A86A0DF2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3" creationId="{239600D9-4457-691E-A75D-C2968BFB8496}"/>
          </ac:cxnSpMkLst>
        </pc:cxnChg>
        <pc:cxnChg chg="del">
          <ac:chgData name="musukie52@gmail.com" userId="017bd91f96aa8751" providerId="LiveId" clId="{5B2C3894-F97E-4CAB-8812-5BB4D83AAC6A}" dt="2026-04-27T01:31:19.260" v="1803" actId="478"/>
          <ac:cxnSpMkLst>
            <pc:docMk/>
            <pc:sldMk cId="1102944201" sldId="269"/>
            <ac:cxnSpMk id="14" creationId="{5C4CA446-0987-9E0F-8467-CFF76E4CD628}"/>
          </ac:cxnSpMkLst>
        </pc:cxnChg>
        <pc:cxnChg chg="del">
          <ac:chgData name="musukie52@gmail.com" userId="017bd91f96aa8751" providerId="LiveId" clId="{5B2C3894-F97E-4CAB-8812-5BB4D83AAC6A}" dt="2026-04-27T01:31:19.260" v="1803" actId="478"/>
          <ac:cxnSpMkLst>
            <pc:docMk/>
            <pc:sldMk cId="1102944201" sldId="269"/>
            <ac:cxnSpMk id="15" creationId="{F9604414-3131-4EBE-7D27-07902A291BCF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8" creationId="{156ED9AB-6873-B0F2-A164-CD778930BD35}"/>
          </ac:cxnSpMkLst>
        </pc:cxnChg>
        <pc:cxnChg chg="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19" creationId="{E4A39943-DEBA-33A3-C069-1CB2FBAB3C36}"/>
          </ac:cxnSpMkLst>
        </pc:cxnChg>
        <pc:cxnChg chg="add mod">
          <ac:chgData name="musukie52@gmail.com" userId="017bd91f96aa8751" providerId="LiveId" clId="{5B2C3894-F97E-4CAB-8812-5BB4D83AAC6A}" dt="2026-04-27T01:44:56.240" v="2590"/>
          <ac:cxnSpMkLst>
            <pc:docMk/>
            <pc:sldMk cId="1102944201" sldId="269"/>
            <ac:cxnSpMk id="20" creationId="{1FE050B2-EF3C-E21B-D41C-2C982E5AC50B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21" creationId="{B8A3A051-4668-F509-BEE1-EE51EE72ED6B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22" creationId="{B64F02ED-9C57-CB2C-44EF-9CE39FCE3524}"/>
          </ac:cxnSpMkLst>
        </pc:cxnChg>
        <pc:cxnChg chg="add mod">
          <ac:chgData name="musukie52@gmail.com" userId="017bd91f96aa8751" providerId="LiveId" clId="{5B2C3894-F97E-4CAB-8812-5BB4D83AAC6A}" dt="2026-04-27T01:47:25.357" v="2619" actId="1076"/>
          <ac:cxnSpMkLst>
            <pc:docMk/>
            <pc:sldMk cId="1102944201" sldId="269"/>
            <ac:cxnSpMk id="23" creationId="{52C69041-017B-5140-C7F2-CC8F4F515B5A}"/>
          </ac:cxnSpMkLst>
        </pc:cxnChg>
        <pc:cxnChg chg="del">
          <ac:chgData name="musukie52@gmail.com" userId="017bd91f96aa8751" providerId="LiveId" clId="{5B2C3894-F97E-4CAB-8812-5BB4D83AAC6A}" dt="2026-04-27T01:31:19.260" v="1803" actId="478"/>
          <ac:cxnSpMkLst>
            <pc:docMk/>
            <pc:sldMk cId="1102944201" sldId="269"/>
            <ac:cxnSpMk id="26" creationId="{DC45F2F1-2ABE-8C4B-06F3-5EE1CD14D1C5}"/>
          </ac:cxnSpMkLst>
        </pc:cxnChg>
        <pc:cxnChg chg="del mod">
          <ac:chgData name="musukie52@gmail.com" userId="017bd91f96aa8751" providerId="LiveId" clId="{5B2C3894-F97E-4CAB-8812-5BB4D83AAC6A}" dt="2026-04-27T01:42:56.127" v="2557" actId="21"/>
          <ac:cxnSpMkLst>
            <pc:docMk/>
            <pc:sldMk cId="1102944201" sldId="269"/>
            <ac:cxnSpMk id="27" creationId="{AA4D0E02-FDFE-27DF-F1CC-47B4DBDDB0CC}"/>
          </ac:cxnSpMkLst>
        </pc:cxnChg>
        <pc:cxnChg chg="del">
          <ac:chgData name="musukie52@gmail.com" userId="017bd91f96aa8751" providerId="LiveId" clId="{5B2C3894-F97E-4CAB-8812-5BB4D83AAC6A}" dt="2026-04-27T01:31:19.260" v="1803" actId="478"/>
          <ac:cxnSpMkLst>
            <pc:docMk/>
            <pc:sldMk cId="1102944201" sldId="269"/>
            <ac:cxnSpMk id="28" creationId="{A26530C9-1A13-FFFE-889F-BA03AF93B252}"/>
          </ac:cxnSpMkLst>
        </pc:cxnChg>
      </pc:sldChg>
      <pc:sldChg chg="modSp add mod setBg">
        <pc:chgData name="musukie52@gmail.com" userId="017bd91f96aa8751" providerId="LiveId" clId="{5B2C3894-F97E-4CAB-8812-5BB4D83AAC6A}" dt="2026-04-27T02:05:51.954" v="4108" actId="20577"/>
        <pc:sldMkLst>
          <pc:docMk/>
          <pc:sldMk cId="4253053300" sldId="270"/>
        </pc:sldMkLst>
        <pc:spChg chg="mod">
          <ac:chgData name="musukie52@gmail.com" userId="017bd91f96aa8751" providerId="LiveId" clId="{5B2C3894-F97E-4CAB-8812-5BB4D83AAC6A}" dt="2026-04-27T01:49:15.088" v="2738" actId="1076"/>
          <ac:spMkLst>
            <pc:docMk/>
            <pc:sldMk cId="4253053300" sldId="270"/>
            <ac:spMk id="9" creationId="{2F8F8B02-81FC-EC79-447E-50825F8C8033}"/>
          </ac:spMkLst>
        </pc:spChg>
        <pc:graphicFrameChg chg="mod modGraphic">
          <ac:chgData name="musukie52@gmail.com" userId="017bd91f96aa8751" providerId="LiveId" clId="{5B2C3894-F97E-4CAB-8812-5BB4D83AAC6A}" dt="2026-04-27T02:05:51.954" v="4108" actId="20577"/>
          <ac:graphicFrameMkLst>
            <pc:docMk/>
            <pc:sldMk cId="4253053300" sldId="270"/>
            <ac:graphicFrameMk id="8" creationId="{2D188F51-2037-90B9-8BBB-C8EAF568D357}"/>
          </ac:graphicFrameMkLst>
        </pc:graphicFrameChg>
        <pc:cxnChg chg="mod">
          <ac:chgData name="musukie52@gmail.com" userId="017bd91f96aa8751" providerId="LiveId" clId="{5B2C3894-F97E-4CAB-8812-5BB4D83AAC6A}" dt="2026-04-27T01:51:52.118" v="2824" actId="1076"/>
          <ac:cxnSpMkLst>
            <pc:docMk/>
            <pc:sldMk cId="4253053300" sldId="270"/>
            <ac:cxnSpMk id="10" creationId="{601FF398-FA38-3264-E4B7-26756D8A6B04}"/>
          </ac:cxnSpMkLst>
        </pc:cxnChg>
        <pc:cxnChg chg="mod">
          <ac:chgData name="musukie52@gmail.com" userId="017bd91f96aa8751" providerId="LiveId" clId="{5B2C3894-F97E-4CAB-8812-5BB4D83AAC6A}" dt="2026-04-27T01:58:41.621" v="3445" actId="1036"/>
          <ac:cxnSpMkLst>
            <pc:docMk/>
            <pc:sldMk cId="4253053300" sldId="270"/>
            <ac:cxnSpMk id="11" creationId="{5CA336FA-9DAB-A084-69C3-EF9F93CE3C8F}"/>
          </ac:cxnSpMkLst>
        </pc:cxnChg>
        <pc:cxnChg chg="mod">
          <ac:chgData name="musukie52@gmail.com" userId="017bd91f96aa8751" providerId="LiveId" clId="{5B2C3894-F97E-4CAB-8812-5BB4D83AAC6A}" dt="2026-04-27T01:49:22" v="2739" actId="1076"/>
          <ac:cxnSpMkLst>
            <pc:docMk/>
            <pc:sldMk cId="4253053300" sldId="270"/>
            <ac:cxnSpMk id="12" creationId="{3AE14D08-C52F-FDB7-46F4-258A96B80764}"/>
          </ac:cxnSpMkLst>
        </pc:cxnChg>
        <pc:cxnChg chg="mod">
          <ac:chgData name="musukie52@gmail.com" userId="017bd91f96aa8751" providerId="LiveId" clId="{5B2C3894-F97E-4CAB-8812-5BB4D83AAC6A}" dt="2026-04-27T01:49:22" v="2739" actId="1076"/>
          <ac:cxnSpMkLst>
            <pc:docMk/>
            <pc:sldMk cId="4253053300" sldId="270"/>
            <ac:cxnSpMk id="13" creationId="{E7A80DAC-F3E7-FE22-62BC-31BF0C35C265}"/>
          </ac:cxnSpMkLst>
        </pc:cxnChg>
        <pc:cxnChg chg="mod">
          <ac:chgData name="musukie52@gmail.com" userId="017bd91f96aa8751" providerId="LiveId" clId="{5B2C3894-F97E-4CAB-8812-5BB4D83AAC6A}" dt="2026-04-27T01:51:59.590" v="2827" actId="1036"/>
          <ac:cxnSpMkLst>
            <pc:docMk/>
            <pc:sldMk cId="4253053300" sldId="270"/>
            <ac:cxnSpMk id="18" creationId="{5E19DAD2-3454-127C-EEB4-B4F1F95C7977}"/>
          </ac:cxnSpMkLst>
        </pc:cxnChg>
        <pc:cxnChg chg="mod">
          <ac:chgData name="musukie52@gmail.com" userId="017bd91f96aa8751" providerId="LiveId" clId="{5B2C3894-F97E-4CAB-8812-5BB4D83AAC6A}" dt="2026-04-27T01:49:22" v="2739" actId="1076"/>
          <ac:cxnSpMkLst>
            <pc:docMk/>
            <pc:sldMk cId="4253053300" sldId="270"/>
            <ac:cxnSpMk id="19" creationId="{DAC60E8B-67FE-2CD4-FAE2-CCE74A2A6816}"/>
          </ac:cxnSpMkLst>
        </pc:cxnChg>
        <pc:cxnChg chg="mod">
          <ac:chgData name="musukie52@gmail.com" userId="017bd91f96aa8751" providerId="LiveId" clId="{5B2C3894-F97E-4CAB-8812-5BB4D83AAC6A}" dt="2026-04-27T01:49:22" v="2739" actId="1076"/>
          <ac:cxnSpMkLst>
            <pc:docMk/>
            <pc:sldMk cId="4253053300" sldId="270"/>
            <ac:cxnSpMk id="21" creationId="{CF95E45F-99E0-3B62-3E1C-22A8B9B08651}"/>
          </ac:cxnSpMkLst>
        </pc:cxnChg>
        <pc:cxnChg chg="mod">
          <ac:chgData name="musukie52@gmail.com" userId="017bd91f96aa8751" providerId="LiveId" clId="{5B2C3894-F97E-4CAB-8812-5BB4D83AAC6A}" dt="2026-04-27T01:58:45.845" v="3449" actId="1035"/>
          <ac:cxnSpMkLst>
            <pc:docMk/>
            <pc:sldMk cId="4253053300" sldId="270"/>
            <ac:cxnSpMk id="22" creationId="{54A8997F-E218-3D50-48D8-B88A37B3B369}"/>
          </ac:cxnSpMkLst>
        </pc:cxnChg>
        <pc:cxnChg chg="mod">
          <ac:chgData name="musukie52@gmail.com" userId="017bd91f96aa8751" providerId="LiveId" clId="{5B2C3894-F97E-4CAB-8812-5BB4D83AAC6A}" dt="2026-04-27T01:49:22" v="2739" actId="1076"/>
          <ac:cxnSpMkLst>
            <pc:docMk/>
            <pc:sldMk cId="4253053300" sldId="270"/>
            <ac:cxnSpMk id="23" creationId="{F4C23AF2-CCF4-BE69-707C-0514257F4CF3}"/>
          </ac:cxnSpMkLst>
        </pc:cxnChg>
      </pc:sldChg>
      <pc:sldChg chg="modSp add mod ord setBg">
        <pc:chgData name="musukie52@gmail.com" userId="017bd91f96aa8751" providerId="LiveId" clId="{5B2C3894-F97E-4CAB-8812-5BB4D83AAC6A}" dt="2026-04-27T01:50:04.148" v="2783"/>
        <pc:sldMkLst>
          <pc:docMk/>
          <pc:sldMk cId="4174942303" sldId="271"/>
        </pc:sldMkLst>
        <pc:spChg chg="mod">
          <ac:chgData name="musukie52@gmail.com" userId="017bd91f96aa8751" providerId="LiveId" clId="{5B2C3894-F97E-4CAB-8812-5BB4D83AAC6A}" dt="2026-04-27T01:50:01.064" v="2781"/>
          <ac:spMkLst>
            <pc:docMk/>
            <pc:sldMk cId="4174942303" sldId="271"/>
            <ac:spMk id="9" creationId="{7671B1C6-0131-52B0-55CB-F5C1C469ECBE}"/>
          </ac:spMkLst>
        </pc:spChg>
      </pc:sldChg>
      <pc:sldChg chg="add del setBg">
        <pc:chgData name="musukie52@gmail.com" userId="017bd91f96aa8751" providerId="LiveId" clId="{5B2C3894-F97E-4CAB-8812-5BB4D83AAC6A}" dt="2026-04-27T01:49:47.907" v="2744"/>
        <pc:sldMkLst>
          <pc:docMk/>
          <pc:sldMk cId="2308118613" sldId="272"/>
        </pc:sldMkLst>
      </pc:sldChg>
      <pc:sldChg chg="modSp add mod setBg">
        <pc:chgData name="musukie52@gmail.com" userId="017bd91f96aa8751" providerId="LiveId" clId="{5B2C3894-F97E-4CAB-8812-5BB4D83AAC6A}" dt="2026-04-27T01:52:27.062" v="2885" actId="6549"/>
        <pc:sldMkLst>
          <pc:docMk/>
          <pc:sldMk cId="4194960012" sldId="272"/>
        </pc:sldMkLst>
        <pc:graphicFrameChg chg="modGraphic">
          <ac:chgData name="musukie52@gmail.com" userId="017bd91f96aa8751" providerId="LiveId" clId="{5B2C3894-F97E-4CAB-8812-5BB4D83AAC6A}" dt="2026-04-27T01:52:27.062" v="2885" actId="6549"/>
          <ac:graphicFrameMkLst>
            <pc:docMk/>
            <pc:sldMk cId="4194960012" sldId="272"/>
            <ac:graphicFrameMk id="8" creationId="{08161C7E-D6DF-3FEF-7C58-CB197422DDC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04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20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20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7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848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9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79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26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2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47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87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C87EE-9B19-4EAE-B546-8AC5E586B8C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F6241-005F-44CD-A8B4-3999F38BFF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92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58A47-987A-3A11-13D5-508DA18E1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428" y="2820647"/>
            <a:ext cx="5087258" cy="991734"/>
          </a:xfrm>
        </p:spPr>
        <p:txBody>
          <a:bodyPr>
            <a:normAutofit/>
          </a:bodyPr>
          <a:lstStyle/>
          <a:p>
            <a:pPr algn="l"/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기획</a:t>
            </a:r>
            <a: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</a:t>
            </a:r>
            <a:b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</a:br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스킬 애니메이션 로직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B5500-1986-2818-C163-D77A465641FA}"/>
              </a:ext>
            </a:extLst>
          </p:cNvPr>
          <p:cNvSpPr txBox="1"/>
          <p:nvPr/>
        </p:nvSpPr>
        <p:spPr>
          <a:xfrm>
            <a:off x="1197428" y="2137341"/>
            <a:ext cx="41630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BF5428"/>
                </a:solidFill>
              </a:rPr>
              <a:t>Boss Skill Animation Logic Documentation</a:t>
            </a:r>
            <a:endParaRPr lang="ko-KR" altLang="en-US" sz="1500" dirty="0">
              <a:solidFill>
                <a:srgbClr val="BF542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A4811-9EA5-B59D-C5EA-A1669FC1BE67}"/>
              </a:ext>
            </a:extLst>
          </p:cNvPr>
          <p:cNvSpPr txBox="1"/>
          <p:nvPr/>
        </p:nvSpPr>
        <p:spPr>
          <a:xfrm>
            <a:off x="1197428" y="4172522"/>
            <a:ext cx="51598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스킬 애니메이션의 로직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263443-A11C-82C8-EBA2-2D542B89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491" y="1633287"/>
            <a:ext cx="3562847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9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0A590E2-8C75-785C-EDAF-BDEE9FF029FA}"/>
              </a:ext>
            </a:extLst>
          </p:cNvPr>
          <p:cNvSpPr txBox="1"/>
          <p:nvPr/>
        </p:nvSpPr>
        <p:spPr>
          <a:xfrm>
            <a:off x="309654" y="366311"/>
            <a:ext cx="5199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애니메이션 로직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5197497" y="812800"/>
            <a:ext cx="1620745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가방 탐색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8D1BFEB-FAE5-979B-6B90-84B7A3E32404}"/>
              </a:ext>
            </a:extLst>
          </p:cNvPr>
          <p:cNvGrpSpPr/>
          <p:nvPr/>
        </p:nvGrpSpPr>
        <p:grpSpPr>
          <a:xfrm>
            <a:off x="769257" y="1604880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AEDE743-758B-514C-90DA-21EC85453300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기억 재판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41675D4-9CC7-035B-43D7-FF99F6437C81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선택의 분기</a:t>
              </a: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EA42106-79BD-D59D-7293-8818A4D368F8}"/>
              </a:ext>
            </a:extLst>
          </p:cNvPr>
          <p:cNvCxnSpPr>
            <a:cxnSpLocks/>
          </p:cNvCxnSpPr>
          <p:nvPr/>
        </p:nvCxnSpPr>
        <p:spPr>
          <a:xfrm>
            <a:off x="769257" y="2039961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53E696A-C53D-55C2-F5EE-60FBE10CACA3}"/>
              </a:ext>
            </a:extLst>
          </p:cNvPr>
          <p:cNvGrpSpPr/>
          <p:nvPr/>
        </p:nvGrpSpPr>
        <p:grpSpPr>
          <a:xfrm>
            <a:off x="3574297" y="1604880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A15EABE-3446-3449-0206-ACC58EFDA8EE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죄의 무게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9516D49-6F72-2BC6-7B4A-35626F238D29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전가 불가</a:t>
              </a:r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4A4186B-46A1-28C6-0654-54D59AFA5EF1}"/>
              </a:ext>
            </a:extLst>
          </p:cNvPr>
          <p:cNvCxnSpPr>
            <a:cxnSpLocks/>
          </p:cNvCxnSpPr>
          <p:nvPr/>
        </p:nvCxnSpPr>
        <p:spPr>
          <a:xfrm>
            <a:off x="3574297" y="2039961"/>
            <a:ext cx="2073451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C941EA6-A805-6BB9-6369-3BD43A18B199}"/>
              </a:ext>
            </a:extLst>
          </p:cNvPr>
          <p:cNvGrpSpPr/>
          <p:nvPr/>
        </p:nvGrpSpPr>
        <p:grpSpPr>
          <a:xfrm>
            <a:off x="9184374" y="1598876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9F383E-633E-D536-7592-AFA8A38E02A5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강제 선행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DFE0A0B-E2EE-99EF-6432-24B91800C77A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행동 봉인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F6B43B3-6046-9C35-5DA5-3510F613961D}"/>
              </a:ext>
            </a:extLst>
          </p:cNvPr>
          <p:cNvCxnSpPr>
            <a:cxnSpLocks/>
          </p:cNvCxnSpPr>
          <p:nvPr/>
        </p:nvCxnSpPr>
        <p:spPr>
          <a:xfrm>
            <a:off x="9184374" y="2033957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7A46971-563A-A96E-8A6F-97775A0DEA2F}"/>
              </a:ext>
            </a:extLst>
          </p:cNvPr>
          <p:cNvGrpSpPr/>
          <p:nvPr/>
        </p:nvGrpSpPr>
        <p:grpSpPr>
          <a:xfrm>
            <a:off x="6379336" y="1609713"/>
            <a:ext cx="2073452" cy="903561"/>
            <a:chOff x="1184296" y="1825124"/>
            <a:chExt cx="1620746" cy="90356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27AAA32-1763-03D9-211E-D3508C6808A1}"/>
                </a:ext>
              </a:extLst>
            </p:cNvPr>
            <p:cNvSpPr/>
            <p:nvPr/>
          </p:nvSpPr>
          <p:spPr>
            <a:xfrm>
              <a:off x="1184297" y="1825124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망각의 증식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97DF748-E0C9-279A-7CB1-BBE7CC17F02E}"/>
                </a:ext>
              </a:extLst>
            </p:cNvPr>
            <p:cNvSpPr/>
            <p:nvPr/>
          </p:nvSpPr>
          <p:spPr>
            <a:xfrm>
              <a:off x="1184296" y="2258225"/>
              <a:ext cx="1620745" cy="470460"/>
            </a:xfrm>
            <a:prstGeom prst="rect">
              <a:avLst/>
            </a:prstGeom>
            <a:solidFill>
              <a:srgbClr val="2F33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ko-KR" altLang="en-US" sz="1500" dirty="0"/>
                <a:t>환영 폭주</a:t>
              </a:r>
            </a:p>
          </p:txBody>
        </p: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947D1E6-B81A-F1A7-44EE-80F4AA4A8C8C}"/>
              </a:ext>
            </a:extLst>
          </p:cNvPr>
          <p:cNvCxnSpPr>
            <a:cxnSpLocks/>
          </p:cNvCxnSpPr>
          <p:nvPr/>
        </p:nvCxnSpPr>
        <p:spPr>
          <a:xfrm>
            <a:off x="6379336" y="2044794"/>
            <a:ext cx="2073450" cy="0"/>
          </a:xfrm>
          <a:prstGeom prst="line">
            <a:avLst/>
          </a:prstGeom>
          <a:ln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94AACAC-D9EF-25C2-55E0-9CE72DC74E15}"/>
              </a:ext>
            </a:extLst>
          </p:cNvPr>
          <p:cNvSpPr/>
          <p:nvPr/>
        </p:nvSpPr>
        <p:spPr>
          <a:xfrm>
            <a:off x="769257" y="28374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전장을 </a:t>
            </a:r>
            <a:r>
              <a:rPr lang="en-US" altLang="ko-KR" sz="1500" dirty="0"/>
              <a:t>2~3</a:t>
            </a:r>
            <a:r>
              <a:rPr lang="ko-KR" altLang="en-US" sz="1500" dirty="0"/>
              <a:t>개의 </a:t>
            </a:r>
            <a:r>
              <a:rPr lang="en-US" altLang="ko-KR" sz="1500" dirty="0"/>
              <a:t>‘</a:t>
            </a:r>
            <a:r>
              <a:rPr lang="ko-KR" altLang="en-US" sz="1500" dirty="0"/>
              <a:t>과거 선택 공간</a:t>
            </a:r>
            <a:r>
              <a:rPr lang="en-US" altLang="ko-KR" sz="1500" dirty="0"/>
              <a:t>’</a:t>
            </a:r>
            <a:r>
              <a:rPr lang="ko-KR" altLang="en-US" sz="1500" dirty="0"/>
              <a:t>으로 분할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683BBA-E064-9A31-EC96-93EC9D131BFE}"/>
              </a:ext>
            </a:extLst>
          </p:cNvPr>
          <p:cNvSpPr/>
          <p:nvPr/>
        </p:nvSpPr>
        <p:spPr>
          <a:xfrm>
            <a:off x="3574298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 </a:t>
            </a:r>
            <a:r>
              <a:rPr lang="ko-KR" altLang="en-US" sz="1500" dirty="0" err="1"/>
              <a:t>디버프</a:t>
            </a:r>
            <a:endParaRPr lang="en-US" altLang="ko-KR" sz="1500" dirty="0"/>
          </a:p>
          <a:p>
            <a:pPr algn="ctr"/>
            <a:r>
              <a:rPr lang="ko-KR" altLang="en-US" sz="1500" dirty="0"/>
              <a:t>유도 시작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0FFB4DF-11C2-B61C-6E7F-240F78477E08}"/>
              </a:ext>
            </a:extLst>
          </p:cNvPr>
          <p:cNvSpPr/>
          <p:nvPr/>
        </p:nvSpPr>
        <p:spPr>
          <a:xfrm>
            <a:off x="6379336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무시했던 선택들이</a:t>
            </a:r>
            <a:endParaRPr lang="en-US" altLang="ko-KR" sz="1500" dirty="0"/>
          </a:p>
          <a:p>
            <a:pPr algn="ctr"/>
            <a:r>
              <a:rPr lang="ko-KR" altLang="en-US" sz="1500" dirty="0"/>
              <a:t>환영으로 소환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FFE06CF-1DC1-1AE6-E7D6-231F925D6647}"/>
              </a:ext>
            </a:extLst>
          </p:cNvPr>
          <p:cNvSpPr/>
          <p:nvPr/>
        </p:nvSpPr>
        <p:spPr>
          <a:xfrm>
            <a:off x="9184374" y="2837445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</a:t>
            </a:r>
            <a:r>
              <a:rPr lang="en-US" altLang="ko-KR" sz="1500" dirty="0"/>
              <a:t>(</a:t>
            </a:r>
            <a:r>
              <a:rPr lang="ko-KR" altLang="en-US" sz="1500" dirty="0"/>
              <a:t>공격</a:t>
            </a:r>
            <a:r>
              <a:rPr lang="en-US" altLang="ko-KR" sz="1500" dirty="0"/>
              <a:t>, </a:t>
            </a:r>
            <a:r>
              <a:rPr lang="ko-KR" altLang="en-US" sz="1500" dirty="0"/>
              <a:t>회피 등</a:t>
            </a:r>
            <a:r>
              <a:rPr lang="en-US" altLang="ko-KR" sz="1500" dirty="0"/>
              <a:t>) </a:t>
            </a:r>
            <a:r>
              <a:rPr lang="ko-KR" altLang="en-US" sz="1500" dirty="0"/>
              <a:t>봉인 시전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5259CB5-35A6-880C-00D3-C500A066C1BF}"/>
              </a:ext>
            </a:extLst>
          </p:cNvPr>
          <p:cNvSpPr/>
          <p:nvPr/>
        </p:nvSpPr>
        <p:spPr>
          <a:xfrm>
            <a:off x="769257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각</a:t>
            </a:r>
            <a:r>
              <a:rPr lang="en-US" altLang="ko-KR" sz="1500" dirty="0"/>
              <a:t> </a:t>
            </a:r>
            <a:r>
              <a:rPr lang="ko-KR" altLang="en-US" sz="1500" dirty="0"/>
              <a:t>공간별</a:t>
            </a:r>
            <a:endParaRPr lang="en-US" altLang="ko-KR" sz="1500" dirty="0"/>
          </a:p>
          <a:p>
            <a:pPr algn="ctr"/>
            <a:r>
              <a:rPr lang="ko-KR" altLang="en-US" sz="1500" dirty="0"/>
              <a:t>다른 행동 요구 발동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D379713-78F1-34B5-C281-BFA144460D5A}"/>
              </a:ext>
            </a:extLst>
          </p:cNvPr>
          <p:cNvSpPr/>
          <p:nvPr/>
        </p:nvSpPr>
        <p:spPr>
          <a:xfrm>
            <a:off x="3574298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시간에 비례하여</a:t>
            </a:r>
            <a:endParaRPr lang="en-US" altLang="ko-KR" sz="1500" dirty="0"/>
          </a:p>
          <a:p>
            <a:pPr algn="ctr"/>
            <a:r>
              <a:rPr lang="ko-KR" altLang="en-US" sz="1500" dirty="0"/>
              <a:t>압박 누적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BED50B2-5D6D-63FF-F819-182543341AB0}"/>
              </a:ext>
            </a:extLst>
          </p:cNvPr>
          <p:cNvSpPr/>
          <p:nvPr/>
        </p:nvSpPr>
        <p:spPr>
          <a:xfrm>
            <a:off x="6379336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일정 수 초과 시</a:t>
            </a:r>
            <a:endParaRPr lang="en-US" altLang="ko-KR" sz="1500" dirty="0"/>
          </a:p>
          <a:p>
            <a:pPr algn="ctr"/>
            <a:r>
              <a:rPr lang="ko-KR" altLang="en-US" sz="1500" dirty="0" err="1"/>
              <a:t>즉사급</a:t>
            </a:r>
            <a:r>
              <a:rPr lang="ko-KR" altLang="en-US" sz="1500" dirty="0"/>
              <a:t> 패턴 발동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3585629-EDF8-718E-9496-F6994CC9C111}"/>
              </a:ext>
            </a:extLst>
          </p:cNvPr>
          <p:cNvSpPr/>
          <p:nvPr/>
        </p:nvSpPr>
        <p:spPr>
          <a:xfrm>
            <a:off x="9184374" y="416719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입력 제한</a:t>
            </a:r>
            <a:endParaRPr lang="en-US" altLang="ko-KR" sz="1500" dirty="0"/>
          </a:p>
          <a:p>
            <a:pPr algn="ctr"/>
            <a:r>
              <a:rPr lang="ko-KR" altLang="en-US" sz="1500" dirty="0"/>
              <a:t>패턴 발동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862E0C0-8FC1-00B1-CFAC-5FB80DD027BF}"/>
              </a:ext>
            </a:extLst>
          </p:cNvPr>
          <p:cNvSpPr/>
          <p:nvPr/>
        </p:nvSpPr>
        <p:spPr>
          <a:xfrm>
            <a:off x="769257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공간 통합 및</a:t>
            </a:r>
            <a:endParaRPr lang="en-US" altLang="ko-KR" sz="1500" dirty="0"/>
          </a:p>
          <a:p>
            <a:pPr algn="ctr"/>
            <a:r>
              <a:rPr lang="ko-KR" altLang="en-US" sz="1500" dirty="0"/>
              <a:t>후속 행동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DA7C322-8CC5-7472-FCBA-AAF4DC25B164}"/>
              </a:ext>
            </a:extLst>
          </p:cNvPr>
          <p:cNvSpPr/>
          <p:nvPr/>
        </p:nvSpPr>
        <p:spPr>
          <a:xfrm>
            <a:off x="3574298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특정 행동</a:t>
            </a:r>
            <a:r>
              <a:rPr lang="en-US" altLang="ko-KR" sz="1500" dirty="0"/>
              <a:t>(</a:t>
            </a:r>
            <a:r>
              <a:rPr lang="ko-KR" altLang="en-US" sz="1500" dirty="0"/>
              <a:t>성소 충돌 등</a:t>
            </a:r>
            <a:r>
              <a:rPr lang="en-US" altLang="ko-KR" sz="1500" dirty="0"/>
              <a:t>)</a:t>
            </a:r>
            <a:r>
              <a:rPr lang="ko-KR" altLang="en-US" sz="1500" dirty="0"/>
              <a:t>으로 구슬 파괴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2D3311D-C7A5-C767-AB26-D3D0F02C37E6}"/>
              </a:ext>
            </a:extLst>
          </p:cNvPr>
          <p:cNvSpPr/>
          <p:nvPr/>
        </p:nvSpPr>
        <p:spPr>
          <a:xfrm>
            <a:off x="6379336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관리형 패턴 종료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A08FE4A-57BC-FE0D-76BC-9C859898B218}"/>
              </a:ext>
            </a:extLst>
          </p:cNvPr>
          <p:cNvSpPr/>
          <p:nvPr/>
        </p:nvSpPr>
        <p:spPr>
          <a:xfrm>
            <a:off x="9184374" y="5496946"/>
            <a:ext cx="2073450" cy="994743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/>
              <a:t>봉인 해제</a:t>
            </a:r>
            <a:endParaRPr lang="ko-KR" altLang="en-US" sz="1500" dirty="0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268978C-4CD1-3224-93F0-CD80FEF96171}"/>
              </a:ext>
            </a:extLst>
          </p:cNvPr>
          <p:cNvCxnSpPr>
            <a:cxnSpLocks/>
          </p:cNvCxnSpPr>
          <p:nvPr/>
        </p:nvCxnSpPr>
        <p:spPr>
          <a:xfrm>
            <a:off x="1805982" y="1404347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012E3222-1234-AC86-8BBA-42826E976C56}"/>
              </a:ext>
            </a:extLst>
          </p:cNvPr>
          <p:cNvCxnSpPr>
            <a:cxnSpLocks/>
          </p:cNvCxnSpPr>
          <p:nvPr/>
        </p:nvCxnSpPr>
        <p:spPr>
          <a:xfrm>
            <a:off x="5964326" y="1214309"/>
            <a:ext cx="0" cy="190038"/>
          </a:xfrm>
          <a:prstGeom prst="line">
            <a:avLst/>
          </a:prstGeom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93B1C988-9399-5FBD-FCBD-26C1207BB8DA}"/>
              </a:ext>
            </a:extLst>
          </p:cNvPr>
          <p:cNvCxnSpPr>
            <a:cxnSpLocks/>
          </p:cNvCxnSpPr>
          <p:nvPr/>
        </p:nvCxnSpPr>
        <p:spPr>
          <a:xfrm>
            <a:off x="1805982" y="1404347"/>
            <a:ext cx="8443430" cy="0"/>
          </a:xfrm>
          <a:prstGeom prst="line">
            <a:avLst/>
          </a:prstGeom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C39DE30-FBE4-9169-FAA3-960F52C840FA}"/>
              </a:ext>
            </a:extLst>
          </p:cNvPr>
          <p:cNvCxnSpPr>
            <a:cxnSpLocks/>
          </p:cNvCxnSpPr>
          <p:nvPr/>
        </p:nvCxnSpPr>
        <p:spPr>
          <a:xfrm>
            <a:off x="4617701" y="1404346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CA5C429-BE9E-A53D-3400-5FEC6E92A512}"/>
              </a:ext>
            </a:extLst>
          </p:cNvPr>
          <p:cNvCxnSpPr>
            <a:cxnSpLocks/>
          </p:cNvCxnSpPr>
          <p:nvPr/>
        </p:nvCxnSpPr>
        <p:spPr>
          <a:xfrm>
            <a:off x="7433187" y="1415184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0ED8825D-39AF-11AD-ADDF-D6447A8BF5D2}"/>
              </a:ext>
            </a:extLst>
          </p:cNvPr>
          <p:cNvCxnSpPr>
            <a:cxnSpLocks/>
          </p:cNvCxnSpPr>
          <p:nvPr/>
        </p:nvCxnSpPr>
        <p:spPr>
          <a:xfrm>
            <a:off x="10249412" y="1404345"/>
            <a:ext cx="0" cy="19452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5C882C27-47DE-044C-2BD6-F01F45EC1FB6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1805982" y="25024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E4847923-16FC-FAE4-1DE6-75A45BC5C05E}"/>
              </a:ext>
            </a:extLst>
          </p:cNvPr>
          <p:cNvCxnSpPr>
            <a:cxnSpLocks/>
          </p:cNvCxnSpPr>
          <p:nvPr/>
        </p:nvCxnSpPr>
        <p:spPr>
          <a:xfrm>
            <a:off x="1805982" y="3832188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C1A644BA-8B17-B904-6253-F5F2EECF5312}"/>
              </a:ext>
            </a:extLst>
          </p:cNvPr>
          <p:cNvCxnSpPr>
            <a:cxnSpLocks/>
          </p:cNvCxnSpPr>
          <p:nvPr/>
        </p:nvCxnSpPr>
        <p:spPr>
          <a:xfrm>
            <a:off x="1805982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03EB0AB-F71F-0B48-F949-8CFC6E32F6CD}"/>
              </a:ext>
            </a:extLst>
          </p:cNvPr>
          <p:cNvCxnSpPr>
            <a:cxnSpLocks/>
          </p:cNvCxnSpPr>
          <p:nvPr/>
        </p:nvCxnSpPr>
        <p:spPr>
          <a:xfrm>
            <a:off x="4617701" y="25024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B7F5955-B0EA-655A-2D46-27D985C9134C}"/>
              </a:ext>
            </a:extLst>
          </p:cNvPr>
          <p:cNvCxnSpPr>
            <a:cxnSpLocks/>
          </p:cNvCxnSpPr>
          <p:nvPr/>
        </p:nvCxnSpPr>
        <p:spPr>
          <a:xfrm>
            <a:off x="4617701" y="383218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9C6E1CBE-8109-490C-F870-7160D892D170}"/>
              </a:ext>
            </a:extLst>
          </p:cNvPr>
          <p:cNvCxnSpPr>
            <a:cxnSpLocks/>
          </p:cNvCxnSpPr>
          <p:nvPr/>
        </p:nvCxnSpPr>
        <p:spPr>
          <a:xfrm>
            <a:off x="4617743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38BBB29E-5FD4-36DF-6907-246DA1710360}"/>
              </a:ext>
            </a:extLst>
          </p:cNvPr>
          <p:cNvCxnSpPr>
            <a:cxnSpLocks/>
          </p:cNvCxnSpPr>
          <p:nvPr/>
        </p:nvCxnSpPr>
        <p:spPr>
          <a:xfrm>
            <a:off x="7433187" y="2513274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6D9A624F-3274-5D69-1A0D-CF7DBE09DA8E}"/>
              </a:ext>
            </a:extLst>
          </p:cNvPr>
          <p:cNvCxnSpPr>
            <a:cxnSpLocks/>
          </p:cNvCxnSpPr>
          <p:nvPr/>
        </p:nvCxnSpPr>
        <p:spPr>
          <a:xfrm>
            <a:off x="7433187" y="383218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482A638-17B7-3070-D52E-7429ECEB571C}"/>
              </a:ext>
            </a:extLst>
          </p:cNvPr>
          <p:cNvCxnSpPr>
            <a:cxnSpLocks/>
          </p:cNvCxnSpPr>
          <p:nvPr/>
        </p:nvCxnSpPr>
        <p:spPr>
          <a:xfrm>
            <a:off x="7433187" y="5161937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D2FC0060-D45F-845A-50D6-A4FB49CD9668}"/>
              </a:ext>
            </a:extLst>
          </p:cNvPr>
          <p:cNvCxnSpPr>
            <a:cxnSpLocks/>
          </p:cNvCxnSpPr>
          <p:nvPr/>
        </p:nvCxnSpPr>
        <p:spPr>
          <a:xfrm>
            <a:off x="10249412" y="2485144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4434CF0-D663-70CE-C993-7096015E1164}"/>
              </a:ext>
            </a:extLst>
          </p:cNvPr>
          <p:cNvCxnSpPr>
            <a:cxnSpLocks/>
          </p:cNvCxnSpPr>
          <p:nvPr/>
        </p:nvCxnSpPr>
        <p:spPr>
          <a:xfrm>
            <a:off x="10249412" y="3832186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B0F0035E-EE31-5EE2-0850-D5F4FCD40651}"/>
              </a:ext>
            </a:extLst>
          </p:cNvPr>
          <p:cNvCxnSpPr>
            <a:cxnSpLocks/>
          </p:cNvCxnSpPr>
          <p:nvPr/>
        </p:nvCxnSpPr>
        <p:spPr>
          <a:xfrm>
            <a:off x="10249412" y="5161936"/>
            <a:ext cx="0" cy="335009"/>
          </a:xfrm>
          <a:prstGeom prst="straightConnector1">
            <a:avLst/>
          </a:prstGeom>
          <a:ln w="12700">
            <a:solidFill>
              <a:srgbClr val="F8F9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12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1748126" y="1583102"/>
            <a:ext cx="1541146" cy="1511300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BF5428"/>
                </a:solidFill>
              </a:rPr>
              <a:t>대기</a:t>
            </a:r>
            <a:endParaRPr lang="en-US" altLang="ko-KR" sz="1500" dirty="0"/>
          </a:p>
          <a:p>
            <a:pPr algn="ctr"/>
            <a:r>
              <a:rPr lang="ko-KR" altLang="en-US" sz="1500" dirty="0"/>
              <a:t>낙서</a:t>
            </a:r>
            <a:endParaRPr lang="en-US" altLang="ko-KR" sz="1500" dirty="0"/>
          </a:p>
          <a:p>
            <a:pPr algn="ctr"/>
            <a:endParaRPr lang="en-US" altLang="ko-KR" sz="1500" dirty="0"/>
          </a:p>
          <a:p>
            <a:pPr algn="ctr"/>
            <a:r>
              <a:rPr lang="ko-KR" altLang="en-US" sz="1500" dirty="0">
                <a:solidFill>
                  <a:srgbClr val="BF5428"/>
                </a:solidFill>
              </a:rPr>
              <a:t>이동</a:t>
            </a:r>
            <a:endParaRPr lang="en-US" altLang="ko-KR" sz="1500" dirty="0"/>
          </a:p>
          <a:p>
            <a:pPr algn="ctr"/>
            <a:r>
              <a:rPr lang="ko-KR" altLang="en-US" sz="1500" dirty="0"/>
              <a:t>주변 물건 탐색</a:t>
            </a:r>
            <a:endParaRPr lang="en-US" altLang="ko-KR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590E2-8C75-785C-EDAF-BDEE9FF029FA}"/>
              </a:ext>
            </a:extLst>
          </p:cNvPr>
          <p:cNvSpPr txBox="1"/>
          <p:nvPr/>
        </p:nvSpPr>
        <p:spPr>
          <a:xfrm>
            <a:off x="309654" y="366311"/>
            <a:ext cx="5199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애니메이션 로직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558624" y="1304196"/>
            <a:ext cx="757672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생성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1993871" y="1304196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 err="1"/>
              <a:t>비전투</a:t>
            </a:r>
            <a:endParaRPr lang="ko-KR" altLang="en-US" sz="15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1748126" y="4096642"/>
            <a:ext cx="1541146" cy="1998298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BF5428"/>
                </a:solidFill>
              </a:rPr>
              <a:t>대기</a:t>
            </a:r>
            <a:endParaRPr lang="en-US" altLang="ko-KR" sz="1500" dirty="0"/>
          </a:p>
          <a:p>
            <a:pPr algn="ctr"/>
            <a:r>
              <a:rPr lang="ko-KR" altLang="en-US" sz="1500" dirty="0"/>
              <a:t>비웃음 </a:t>
            </a:r>
            <a:r>
              <a:rPr lang="en-US" altLang="ko-KR" sz="1500" dirty="0"/>
              <a:t>/ </a:t>
            </a:r>
            <a:r>
              <a:rPr lang="ko-KR" altLang="en-US" sz="1500" dirty="0"/>
              <a:t>노려봄</a:t>
            </a:r>
            <a:endParaRPr lang="en-US" altLang="ko-KR" sz="1500" dirty="0"/>
          </a:p>
          <a:p>
            <a:pPr algn="ctr"/>
            <a:endParaRPr lang="en-US" altLang="ko-KR" sz="1500" dirty="0"/>
          </a:p>
          <a:p>
            <a:pPr algn="ctr"/>
            <a:r>
              <a:rPr lang="ko-KR" altLang="en-US" sz="1500" dirty="0">
                <a:solidFill>
                  <a:srgbClr val="BF5428"/>
                </a:solidFill>
              </a:rPr>
              <a:t>이동</a:t>
            </a:r>
            <a:endParaRPr lang="en-US" altLang="ko-KR" sz="1500" dirty="0"/>
          </a:p>
          <a:p>
            <a:pPr algn="ctr"/>
            <a:r>
              <a:rPr lang="ko-KR" altLang="en-US" sz="1500" dirty="0" err="1"/>
              <a:t>어깨빵</a:t>
            </a:r>
            <a:endParaRPr lang="en-US" altLang="ko-KR" sz="15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1993871" y="3817736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전투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4415199" y="4325208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연필 찌르기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공책 휘두르기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지우개 투척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4660944" y="4046302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기본 공격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6726918" y="4325208"/>
            <a:ext cx="1541146" cy="1535295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밀치기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붙잡기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 err="1">
                <a:solidFill>
                  <a:srgbClr val="FFFFFF"/>
                </a:solidFill>
              </a:rPr>
              <a:t>막나가기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6972663" y="4046302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스킬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7945637" y="1582078"/>
            <a:ext cx="1541146" cy="156866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주춤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넘어짐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무너짐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8191382" y="1303172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반응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5509183" y="1582078"/>
            <a:ext cx="1541146" cy="1573889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시비 시작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균형 붕괴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제압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5754928" y="1303172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연출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765558" y="3434873"/>
            <a:ext cx="7448542" cy="2660067"/>
          </a:xfrm>
          <a:prstGeom prst="rect">
            <a:avLst/>
          </a:prstGeom>
          <a:noFill/>
          <a:ln>
            <a:solidFill>
              <a:srgbClr val="FFFFFF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9038637" y="4518629"/>
            <a:ext cx="1541146" cy="1135722"/>
          </a:xfrm>
          <a:prstGeom prst="rect">
            <a:avLst/>
          </a:prstGeom>
          <a:noFill/>
          <a:ln w="38100">
            <a:solidFill>
              <a:srgbClr val="2F33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 err="1">
                <a:solidFill>
                  <a:srgbClr val="FFFFFF"/>
                </a:solidFill>
              </a:rPr>
              <a:t>휘청</a:t>
            </a:r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endParaRPr lang="en-US" altLang="ko-KR" sz="1500" dirty="0">
              <a:solidFill>
                <a:srgbClr val="FFFFFF"/>
              </a:solidFill>
            </a:endParaRPr>
          </a:p>
          <a:p>
            <a:pPr algn="ctr"/>
            <a:r>
              <a:rPr lang="ko-KR" altLang="en-US" sz="1500" dirty="0">
                <a:solidFill>
                  <a:srgbClr val="FFFFFF"/>
                </a:solidFill>
              </a:rPr>
              <a:t>회피 반격 허용</a:t>
            </a:r>
            <a:endParaRPr lang="en-US" altLang="ko-KR" sz="1500" dirty="0">
              <a:solidFill>
                <a:srgbClr val="FFFFFF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77A55D0-A90D-2171-8577-5F2405459876}"/>
              </a:ext>
            </a:extLst>
          </p:cNvPr>
          <p:cNvSpPr/>
          <p:nvPr/>
        </p:nvSpPr>
        <p:spPr>
          <a:xfrm>
            <a:off x="9284382" y="4239722"/>
            <a:ext cx="1049656" cy="386842"/>
          </a:xfrm>
          <a:prstGeom prst="rect">
            <a:avLst/>
          </a:prstGeom>
          <a:solidFill>
            <a:srgbClr val="2F333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500" dirty="0"/>
              <a:t>추가 동작</a:t>
            </a:r>
          </a:p>
        </p:txBody>
      </p:sp>
      <p:cxnSp>
        <p:nvCxnSpPr>
          <p:cNvPr id="4" name="직선 화살표 연결선 3"/>
          <p:cNvCxnSpPr>
            <a:stCxn id="57" idx="2"/>
            <a:endCxn id="70" idx="0"/>
          </p:cNvCxnSpPr>
          <p:nvPr/>
        </p:nvCxnSpPr>
        <p:spPr>
          <a:xfrm>
            <a:off x="2518699" y="3094402"/>
            <a:ext cx="0" cy="723334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3314674" y="5136766"/>
            <a:ext cx="450884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5207265" y="3688080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5202124" y="3688080"/>
            <a:ext cx="4621591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7486915" y="3688080"/>
            <a:ext cx="0" cy="358222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/>
          <p:nvPr/>
        </p:nvCxnSpPr>
        <p:spPr>
          <a:xfrm>
            <a:off x="9823715" y="3688080"/>
            <a:ext cx="0" cy="537333"/>
          </a:xfrm>
          <a:prstGeom prst="straightConnector1">
            <a:avLst/>
          </a:prstGeom>
          <a:ln w="12700">
            <a:solidFill>
              <a:srgbClr val="FFFF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6300511" y="3155967"/>
            <a:ext cx="0" cy="278906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>
            <a:off x="8738911" y="3150747"/>
            <a:ext cx="0" cy="284126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H="1">
            <a:off x="7050329" y="2171700"/>
            <a:ext cx="894324" cy="0"/>
          </a:xfrm>
          <a:prstGeom prst="straightConnector1">
            <a:avLst/>
          </a:prstGeom>
          <a:ln w="12700"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51" idx="1"/>
            <a:endCxn id="11" idx="3"/>
          </p:cNvCxnSpPr>
          <p:nvPr/>
        </p:nvCxnSpPr>
        <p:spPr>
          <a:xfrm flipH="1">
            <a:off x="1316296" y="1497617"/>
            <a:ext cx="677575" cy="0"/>
          </a:xfrm>
          <a:prstGeom prst="straightConnector1">
            <a:avLst/>
          </a:prstGeom>
          <a:ln w="12700">
            <a:solidFill>
              <a:srgbClr val="FFFF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23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EE79C-76D1-C4CD-B430-BBFAAE14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B8EFA6-365E-2463-3312-CECD673258BF}"/>
              </a:ext>
            </a:extLst>
          </p:cNvPr>
          <p:cNvGraphicFramePr>
            <a:graphicFrameLocks noGrp="1"/>
          </p:cNvGraphicFramePr>
          <p:nvPr/>
        </p:nvGraphicFramePr>
        <p:xfrm>
          <a:off x="616347" y="1125975"/>
          <a:ext cx="10994465" cy="54784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13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41387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3198058">
                  <a:extLst>
                    <a:ext uri="{9D8B030D-6E8A-4147-A177-3AD203B41FA5}">
                      <a16:colId xmlns:a16="http://schemas.microsoft.com/office/drawing/2014/main" val="697435515"/>
                    </a:ext>
                  </a:extLst>
                </a:gridCol>
                <a:gridCol w="1817843">
                  <a:extLst>
                    <a:ext uri="{9D8B030D-6E8A-4147-A177-3AD203B41FA5}">
                      <a16:colId xmlns:a16="http://schemas.microsoft.com/office/drawing/2014/main" val="850404314"/>
                    </a:ext>
                  </a:extLst>
                </a:gridCol>
                <a:gridCol w="1824577">
                  <a:extLst>
                    <a:ext uri="{9D8B030D-6E8A-4147-A177-3AD203B41FA5}">
                      <a16:colId xmlns:a16="http://schemas.microsoft.com/office/drawing/2014/main" val="2355288905"/>
                    </a:ext>
                  </a:extLst>
                </a:gridCol>
                <a:gridCol w="1864973">
                  <a:extLst>
                    <a:ext uri="{9D8B030D-6E8A-4147-A177-3AD203B41FA5}">
                      <a16:colId xmlns:a16="http://schemas.microsoft.com/office/drawing/2014/main" val="295412163"/>
                    </a:ext>
                  </a:extLst>
                </a:gridCol>
              </a:tblGrid>
              <a:tr h="3948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845773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괜찮은척</a:t>
                      </a: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고통을 숨기고 완벽한 친절을 연기하는 강박적 모션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거친 숨을 고르며 자세를 바로잡음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입꼬리를 억지로 올리며 미소를 지음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떨리는 손을 뒤로 숨기며 시선을 피함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비켜주기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타인을 위해 자신을 낮추는 배려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다수의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가 다가올 때 길을 터줌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숙여 양보하며 길을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열어둠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가 지나간 후 조용히 제자리로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탈진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자아 마모도가 높아져 한계에 다다른 상태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몸이 무거워지며 어깨가 크게 처짐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발을 질질 끌며 이동 속도가 매우 느려짐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가끔 멈춰 서서 가슴을 부여잡고 통증을 느낌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위령의 포옹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적이 된 옛 친구에게 안식을 주는 비극적 연출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괴로운 표정으로 타겟에게 접근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죽어가는 몬스터를 따뜻하게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안아줌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소멸한 자리에 머물다 서서히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일어남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84577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재판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과거의 기억을 환영으로 구현해 공간을 분할함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비눗방울을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불어 공간의 환영 생성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전장 분할 후 작은 방울들을 터뜨림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방울을 손바닥으로 내려쳐 파괴하며 종료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망각의 증식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자장가로 타인을 현실로부터 도피시키는 주술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수면잠옷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환복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후 요정봉으로 자장가 연주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수면 상태의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에게 주술을 거는 동작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대상 변이 확인 후 잠옷과 도구 정리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7D5241-6F8B-F7D6-1361-183A06DF94DF}"/>
              </a:ext>
            </a:extLst>
          </p:cNvPr>
          <p:cNvSpPr txBox="1"/>
          <p:nvPr/>
        </p:nvSpPr>
        <p:spPr>
          <a:xfrm>
            <a:off x="616347" y="369518"/>
            <a:ext cx="109932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=&gt; </a:t>
            </a:r>
            <a:r>
              <a:rPr lang="ko-KR" altLang="en-US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스킬 명</a:t>
            </a:r>
            <a:r>
              <a:rPr lang="en-US" altLang="ko-KR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세부 사항 약간 수정 필요</a:t>
            </a:r>
            <a:endParaRPr lang="ko-KR" altLang="en-US" sz="3000" dirty="0">
              <a:solidFill>
                <a:srgbClr val="F8F9FA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59187A-CBA0-5B9A-F673-311272A05F76}"/>
              </a:ext>
            </a:extLst>
          </p:cNvPr>
          <p:cNvCxnSpPr>
            <a:cxnSpLocks/>
          </p:cNvCxnSpPr>
          <p:nvPr/>
        </p:nvCxnSpPr>
        <p:spPr>
          <a:xfrm>
            <a:off x="616347" y="1617581"/>
            <a:ext cx="10994464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72FFEE0-C813-A99D-E163-B282DB0A5663}"/>
              </a:ext>
            </a:extLst>
          </p:cNvPr>
          <p:cNvCxnSpPr>
            <a:cxnSpLocks/>
          </p:cNvCxnSpPr>
          <p:nvPr/>
        </p:nvCxnSpPr>
        <p:spPr>
          <a:xfrm>
            <a:off x="1501775" y="2374039"/>
            <a:ext cx="10109036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3D65DBD-A305-1E5B-2769-EDE7DE6ED557}"/>
              </a:ext>
            </a:extLst>
          </p:cNvPr>
          <p:cNvCxnSpPr>
            <a:cxnSpLocks/>
          </p:cNvCxnSpPr>
          <p:nvPr/>
        </p:nvCxnSpPr>
        <p:spPr>
          <a:xfrm>
            <a:off x="1491853" y="3221479"/>
            <a:ext cx="10118958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F016C68-32CA-CFDD-8943-8986D68D7D24}"/>
              </a:ext>
            </a:extLst>
          </p:cNvPr>
          <p:cNvCxnSpPr>
            <a:cxnSpLocks/>
          </p:cNvCxnSpPr>
          <p:nvPr/>
        </p:nvCxnSpPr>
        <p:spPr>
          <a:xfrm>
            <a:off x="616347" y="491230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9A4A24E-8648-AB02-F119-0A46B196D3EF}"/>
              </a:ext>
            </a:extLst>
          </p:cNvPr>
          <p:cNvCxnSpPr>
            <a:cxnSpLocks/>
          </p:cNvCxnSpPr>
          <p:nvPr/>
        </p:nvCxnSpPr>
        <p:spPr>
          <a:xfrm>
            <a:off x="616347" y="406775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B81486F-50FF-3C7C-C596-0474ECBA32FB}"/>
              </a:ext>
            </a:extLst>
          </p:cNvPr>
          <p:cNvCxnSpPr>
            <a:cxnSpLocks/>
          </p:cNvCxnSpPr>
          <p:nvPr/>
        </p:nvCxnSpPr>
        <p:spPr>
          <a:xfrm>
            <a:off x="1500584" y="5757510"/>
            <a:ext cx="10109036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3012C7-A68A-E93A-19F5-D0D30F9ED367}"/>
              </a:ext>
            </a:extLst>
          </p:cNvPr>
          <p:cNvCxnSpPr>
            <a:cxnSpLocks/>
          </p:cNvCxnSpPr>
          <p:nvPr/>
        </p:nvCxnSpPr>
        <p:spPr>
          <a:xfrm>
            <a:off x="616347" y="660386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00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99110-CC72-0AE1-2B8A-5DFED15B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A1DCAEA-82C6-EC3A-C921-641A3513F6AA}"/>
              </a:ext>
            </a:extLst>
          </p:cNvPr>
          <p:cNvGraphicFramePr>
            <a:graphicFrameLocks noGrp="1"/>
          </p:cNvGraphicFramePr>
          <p:nvPr/>
        </p:nvGraphicFramePr>
        <p:xfrm>
          <a:off x="616346" y="1125975"/>
          <a:ext cx="10993274" cy="546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721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2404104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509486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457932106"/>
                    </a:ext>
                  </a:extLst>
                </a:gridCol>
                <a:gridCol w="1596572">
                  <a:extLst>
                    <a:ext uri="{9D8B030D-6E8A-4147-A177-3AD203B41FA5}">
                      <a16:colId xmlns:a16="http://schemas.microsoft.com/office/drawing/2014/main" val="697435515"/>
                    </a:ext>
                  </a:extLst>
                </a:gridCol>
                <a:gridCol w="1471391">
                  <a:extLst>
                    <a:ext uri="{9D8B030D-6E8A-4147-A177-3AD203B41FA5}">
                      <a16:colId xmlns:a16="http://schemas.microsoft.com/office/drawing/2014/main" val="2511473805"/>
                    </a:ext>
                  </a:extLst>
                </a:gridCol>
              </a:tblGrid>
              <a:tr h="3948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원거리에서 구체를 날려 주인공의 심리를 위축시키는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견제기</a:t>
                      </a:r>
                      <a:endParaRPr lang="ko-KR" altLang="en-US" sz="1000" dirty="0">
                        <a:solidFill>
                          <a:srgbClr val="F8F9FA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공격 방향 예고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전조 알림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구체 생성 및 발사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무효화 가능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구체 가속 및 타격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무효화 불가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타격 성공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소멸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공격 찬스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전투 대기 모션으로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다가오는 주인공을 매정하게 밀쳐내 거리를 벌림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왼손을 뒤로 크게 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손바닥에 어두운 기운이 서림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왼손으로 적을 강하게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밀쳐냄</a:t>
                      </a:r>
                      <a:endParaRPr lang="ko-KR" altLang="en-US" sz="1000" dirty="0">
                        <a:solidFill>
                          <a:srgbClr val="F8F9FA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적이 밀려나며 공격 판정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무게중심 이동 및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지면을 내려쳐 주인공이 발붙일 곳을 없애는 광범위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양손을 머리 위로 높게 들어 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에너지를 응집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손에 이펙트 집중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지면을 강하게 내려쳐 충격파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 먼지 효과 및 타격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손을 크게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휘저으며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자세 가다듬음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임계점을 넘어 내면의 어두운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본습이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완전히 드러나는 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머리를 붙잡고 고개를 깊게 숙임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신음하며 몸이 공중으로 떠오름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이마가 갈라지며 세 번째 눈 개안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강력한 파동과 함께 변신 완료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새로운 위압적 대기 포즈 취함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기존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도발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주인공의 발버둥을 가소롭다는 듯 가련하게 여기는 행동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기본 대기 모션에서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플레이어를 향해 가소롭다는 손짓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어깨를 들썩이며 비웃는 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짧은 무적 판정과 함께 연출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전투 대기 상태로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승리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기존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자아도취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주인공을 완전히 무너뜨린 후 느끼는 광기 어린 기쁨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모든 플레이어 사망 확인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자신의 손을 보며 힘의 강함에 취함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화면 전체에 어두운 아우라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오만한 포즈로 승리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연출 종료 시까지 모션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DF59BD-CD30-E5D7-4023-F8C2CEFD13E8}"/>
              </a:ext>
            </a:extLst>
          </p:cNvPr>
          <p:cNvSpPr txBox="1"/>
          <p:nvPr/>
        </p:nvSpPr>
        <p:spPr>
          <a:xfrm>
            <a:off x="616347" y="369518"/>
            <a:ext cx="108063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=&gt; </a:t>
            </a:r>
            <a:r>
              <a:rPr lang="ko-KR" altLang="en-US" sz="3000" dirty="0">
                <a:solidFill>
                  <a:srgbClr val="00B05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컨셉 바꿔서 수정 필요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33BEFE1-EDFA-07B1-9CD5-569E33B83E47}"/>
              </a:ext>
            </a:extLst>
          </p:cNvPr>
          <p:cNvCxnSpPr>
            <a:cxnSpLocks/>
          </p:cNvCxnSpPr>
          <p:nvPr/>
        </p:nvCxnSpPr>
        <p:spPr>
          <a:xfrm>
            <a:off x="616347" y="1617581"/>
            <a:ext cx="10994464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72A0350-934E-A9B7-631E-FFBECFCCAF82}"/>
              </a:ext>
            </a:extLst>
          </p:cNvPr>
          <p:cNvCxnSpPr>
            <a:cxnSpLocks/>
          </p:cNvCxnSpPr>
          <p:nvPr/>
        </p:nvCxnSpPr>
        <p:spPr>
          <a:xfrm>
            <a:off x="616346" y="2366893"/>
            <a:ext cx="10994465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9BCC6CA-A502-63DE-0A92-83833E662231}"/>
              </a:ext>
            </a:extLst>
          </p:cNvPr>
          <p:cNvCxnSpPr>
            <a:cxnSpLocks/>
          </p:cNvCxnSpPr>
          <p:nvPr/>
        </p:nvCxnSpPr>
        <p:spPr>
          <a:xfrm>
            <a:off x="616346" y="3213142"/>
            <a:ext cx="10994465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10FFEA4-DFB0-C6B8-2D07-84D9DD2221C3}"/>
              </a:ext>
            </a:extLst>
          </p:cNvPr>
          <p:cNvCxnSpPr>
            <a:cxnSpLocks/>
          </p:cNvCxnSpPr>
          <p:nvPr/>
        </p:nvCxnSpPr>
        <p:spPr>
          <a:xfrm>
            <a:off x="616347" y="4903967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1AFC349-4F76-4C43-0FB9-E0686511B751}"/>
              </a:ext>
            </a:extLst>
          </p:cNvPr>
          <p:cNvCxnSpPr>
            <a:cxnSpLocks/>
          </p:cNvCxnSpPr>
          <p:nvPr/>
        </p:nvCxnSpPr>
        <p:spPr>
          <a:xfrm>
            <a:off x="616347" y="4057036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233AAB3-7D6F-0423-1A26-F07123AB1B31}"/>
              </a:ext>
            </a:extLst>
          </p:cNvPr>
          <p:cNvCxnSpPr>
            <a:cxnSpLocks/>
          </p:cNvCxnSpPr>
          <p:nvPr/>
        </p:nvCxnSpPr>
        <p:spPr>
          <a:xfrm>
            <a:off x="616346" y="5749173"/>
            <a:ext cx="1099327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4B702C2-085D-DD28-1F7E-06A4DBD1C951}"/>
              </a:ext>
            </a:extLst>
          </p:cNvPr>
          <p:cNvCxnSpPr>
            <a:cxnSpLocks/>
          </p:cNvCxnSpPr>
          <p:nvPr/>
        </p:nvCxnSpPr>
        <p:spPr>
          <a:xfrm>
            <a:off x="616347" y="6595527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2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AD002-78C5-FAD3-76AE-18112800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D1E0F62-F67B-42A6-8273-113484C43596}"/>
              </a:ext>
            </a:extLst>
          </p:cNvPr>
          <p:cNvGraphicFramePr>
            <a:graphicFrameLocks noGrp="1"/>
          </p:cNvGraphicFramePr>
          <p:nvPr/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속에 봉인된 듯 정지 상태로 냉기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공중에 부유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냉기 방출 및 손끝 미세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자세를 풀며 다음 상태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천천히 전투 전 공간을 부유하며 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기울여 이동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저속 부유 이동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대기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응시하며 위협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향해 몸을 틀어 전투 자세 진입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위협 자세 및 냉기 강화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다음 행동 준비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 추적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상체를 앞으로 기울임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빠른 부유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정지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측면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 회피 이동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몸을 압축하며 왜곡 에너지 응축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전방으로 고속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해제 후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공간 왜곡 돌진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피격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약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(0.1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상체가 뒤로 흔들림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강피격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 피격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충격 수신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몸 전체가 뒤틀림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1B1C6-0131-52B0-55CB-F5C1C469ECBE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 err="1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비전투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전투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598B67-0ED5-F412-B789-68906D07471D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F9A8CB2-7B79-6E11-4C18-70E4DD9E20F7}"/>
              </a:ext>
            </a:extLst>
          </p:cNvPr>
          <p:cNvCxnSpPr>
            <a:cxnSpLocks/>
          </p:cNvCxnSpPr>
          <p:nvPr/>
        </p:nvCxnSpPr>
        <p:spPr>
          <a:xfrm>
            <a:off x="307694" y="2936788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3C1B484-DD4E-DCD8-CE6F-C7D5C9B01EE9}"/>
              </a:ext>
            </a:extLst>
          </p:cNvPr>
          <p:cNvCxnSpPr>
            <a:cxnSpLocks/>
          </p:cNvCxnSpPr>
          <p:nvPr/>
        </p:nvCxnSpPr>
        <p:spPr>
          <a:xfrm>
            <a:off x="307694" y="5209070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D2A95F8-812B-12AA-D518-3FE8EE78EE83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E10AEC-90AB-E56B-FCCA-9E341BDAB753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BE82ED-124A-B32D-7122-459860E09590}"/>
              </a:ext>
            </a:extLst>
          </p:cNvPr>
          <p:cNvCxnSpPr>
            <a:cxnSpLocks/>
          </p:cNvCxnSpPr>
          <p:nvPr/>
        </p:nvCxnSpPr>
        <p:spPr>
          <a:xfrm>
            <a:off x="1120378" y="4073575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8AF3BAE-6771-CD8C-9A0B-01CDC33E3BC3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C9E3B6-75F9-E19A-B398-B64A914C963B}"/>
              </a:ext>
            </a:extLst>
          </p:cNvPr>
          <p:cNvCxnSpPr>
            <a:cxnSpLocks/>
          </p:cNvCxnSpPr>
          <p:nvPr/>
        </p:nvCxnSpPr>
        <p:spPr>
          <a:xfrm>
            <a:off x="1120378" y="577815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687C9B7-842F-6C61-D0B8-6822EE9CC9F1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94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CD691-DFBC-0AED-481E-BD856409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188F51-2037-90B9-8BBB-C8EAF568D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657607"/>
              </p:ext>
            </p:extLst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2899248136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3641894258"/>
                    </a:ext>
                  </a:extLst>
                </a:gridCol>
                <a:gridCol w="478652">
                  <a:extLst>
                    <a:ext uri="{9D8B030D-6E8A-4147-A177-3AD203B41FA5}">
                      <a16:colId xmlns:a16="http://schemas.microsoft.com/office/drawing/2014/main" val="3743959956"/>
                    </a:ext>
                  </a:extLst>
                </a:gridCol>
                <a:gridCol w="957304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  <a:gridCol w="1435957">
                  <a:extLst>
                    <a:ext uri="{9D8B030D-6E8A-4147-A177-3AD203B41FA5}">
                      <a16:colId xmlns:a16="http://schemas.microsoft.com/office/drawing/2014/main" val="111462071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데미지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강한 충격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브레이크 누적 시 무력화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균형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(Loop)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비틀거리며 무방비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정신 붕괴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공감 타격 적중 시 정신적 혼란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머리를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감싸쥠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(1.2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비명 및 몸부림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회복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인간성 동요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정화 계열 공격 적중 시 인간성 반응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인간 형상 플래시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(0.8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멍한 정지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분노 복귀</a:t>
                      </a: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플래시백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특정 패턴 파훼 시 과거 기억 자극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동공 확장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주변 응시 정지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광폭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한 손 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팔을 뒤로 젖혀 공격 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전방 </a:t>
                      </a: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참격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잔상 해제 후 빈틈 노출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 손 내려치기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반대팔을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들어올림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내려치기 판정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자세 복귀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연속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광란의 난타 콤보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 팔을 비틀며 힘 축적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1]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좌측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(0.3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우측 타격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(0.5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양손 강타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큰 경직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추가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effectLst/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플레이어를 향한 조롱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숙이며 시선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 중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(1.0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손짓하며 도발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]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 (0.4 </a:t>
                      </a: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  <a:r>
                        <a:rPr lang="en-US" altLang="ko-KR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)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 자세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8F8B02-81FC-EC79-447E-50825F8C8033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공격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추가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AC60E8B-67FE-2CD4-FAE2-CCE74A2A6816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01FF398-FA38-3264-E4B7-26756D8A6B04}"/>
              </a:ext>
            </a:extLst>
          </p:cNvPr>
          <p:cNvCxnSpPr>
            <a:cxnSpLocks/>
          </p:cNvCxnSpPr>
          <p:nvPr/>
        </p:nvCxnSpPr>
        <p:spPr>
          <a:xfrm>
            <a:off x="307694" y="4076475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A336FA-9DAB-A084-69C3-EF9F93CE3C8F}"/>
              </a:ext>
            </a:extLst>
          </p:cNvPr>
          <p:cNvCxnSpPr>
            <a:cxnSpLocks/>
          </p:cNvCxnSpPr>
          <p:nvPr/>
        </p:nvCxnSpPr>
        <p:spPr>
          <a:xfrm>
            <a:off x="307694" y="5777817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E14D08-C52F-FDB7-46F4-258A96B80764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A80DAC-F3E7-FE22-62BC-31BF0C35C265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E19DAD2-3454-127C-EEB4-B4F1F95C7977}"/>
              </a:ext>
            </a:extLst>
          </p:cNvPr>
          <p:cNvCxnSpPr>
            <a:cxnSpLocks/>
          </p:cNvCxnSpPr>
          <p:nvPr/>
        </p:nvCxnSpPr>
        <p:spPr>
          <a:xfrm>
            <a:off x="1120378" y="293704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F95E45F-99E0-3B62-3E1C-22A8B9B08651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4A8997F-E218-3D50-48D8-B88A37B3B369}"/>
              </a:ext>
            </a:extLst>
          </p:cNvPr>
          <p:cNvCxnSpPr>
            <a:cxnSpLocks/>
          </p:cNvCxnSpPr>
          <p:nvPr/>
        </p:nvCxnSpPr>
        <p:spPr>
          <a:xfrm>
            <a:off x="1120378" y="5215210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4C23AF2-CCF4-BE69-707C-0514257F4CF3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05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867BC-9696-B5C8-5F2E-0F3E1B46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161C7E-D6DF-3FEF-7C58-CB197422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707240"/>
              </p:ext>
            </p:extLst>
          </p:nvPr>
        </p:nvGraphicFramePr>
        <p:xfrm>
          <a:off x="307694" y="1430164"/>
          <a:ext cx="11576611" cy="4918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1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2551044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2027190283"/>
                    </a:ext>
                  </a:extLst>
                </a:gridCol>
                <a:gridCol w="2393261">
                  <a:extLst>
                    <a:ext uri="{9D8B030D-6E8A-4147-A177-3AD203B41FA5}">
                      <a16:colId xmlns:a16="http://schemas.microsoft.com/office/drawing/2014/main" val="3721451741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단계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US" altLang="ko-KR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30592"/>
                  </a:ext>
                </a:extLst>
              </a:tr>
              <a:tr h="5685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000" b="0" dirty="0">
                        <a:solidFill>
                          <a:srgbClr val="F8F9FA"/>
                        </a:solidFill>
                        <a:effectLst/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17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7893BF-5205-418A-C44E-E072D77F2229}"/>
              </a:ext>
            </a:extLst>
          </p:cNvPr>
          <p:cNvSpPr txBox="1"/>
          <p:nvPr/>
        </p:nvSpPr>
        <p:spPr>
          <a:xfrm>
            <a:off x="427915" y="509328"/>
            <a:ext cx="11336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–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데미지 추가 동작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기본 공격 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추가 동작</a:t>
            </a:r>
            <a:endParaRPr lang="ko-KR" altLang="en-US" sz="3000" dirty="0">
              <a:solidFill>
                <a:srgbClr val="00B05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58AC55-914B-6BDA-7B0E-0B520CB056B0}"/>
              </a:ext>
            </a:extLst>
          </p:cNvPr>
          <p:cNvCxnSpPr>
            <a:cxnSpLocks/>
          </p:cNvCxnSpPr>
          <p:nvPr/>
        </p:nvCxnSpPr>
        <p:spPr>
          <a:xfrm>
            <a:off x="307694" y="1799970"/>
            <a:ext cx="11576611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841ED1-7FED-1C29-51B1-98A3C122F5D1}"/>
              </a:ext>
            </a:extLst>
          </p:cNvPr>
          <p:cNvCxnSpPr>
            <a:cxnSpLocks/>
          </p:cNvCxnSpPr>
          <p:nvPr/>
        </p:nvCxnSpPr>
        <p:spPr>
          <a:xfrm>
            <a:off x="307694" y="2936788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3BCA92-50F7-44E3-6D5D-AD21A62C9DCF}"/>
              </a:ext>
            </a:extLst>
          </p:cNvPr>
          <p:cNvCxnSpPr>
            <a:cxnSpLocks/>
          </p:cNvCxnSpPr>
          <p:nvPr/>
        </p:nvCxnSpPr>
        <p:spPr>
          <a:xfrm>
            <a:off x="307694" y="5209070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E95AC2E-ABE6-047D-0EAF-AEEFEEC68ADE}"/>
              </a:ext>
            </a:extLst>
          </p:cNvPr>
          <p:cNvCxnSpPr>
            <a:cxnSpLocks/>
          </p:cNvCxnSpPr>
          <p:nvPr/>
        </p:nvCxnSpPr>
        <p:spPr>
          <a:xfrm>
            <a:off x="1120378" y="3504456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BFD210-ABD0-0BE7-9E87-7AFF7F4293DD}"/>
              </a:ext>
            </a:extLst>
          </p:cNvPr>
          <p:cNvCxnSpPr>
            <a:cxnSpLocks/>
          </p:cNvCxnSpPr>
          <p:nvPr/>
        </p:nvCxnSpPr>
        <p:spPr>
          <a:xfrm>
            <a:off x="307694" y="6348672"/>
            <a:ext cx="11576611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EE7AFA-562B-B97C-0059-07B030E540A6}"/>
              </a:ext>
            </a:extLst>
          </p:cNvPr>
          <p:cNvCxnSpPr>
            <a:cxnSpLocks/>
          </p:cNvCxnSpPr>
          <p:nvPr/>
        </p:nvCxnSpPr>
        <p:spPr>
          <a:xfrm>
            <a:off x="1120378" y="4073575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DF8D5A4-3548-EAB0-0F33-664E85BF2F9C}"/>
              </a:ext>
            </a:extLst>
          </p:cNvPr>
          <p:cNvCxnSpPr>
            <a:cxnSpLocks/>
          </p:cNvCxnSpPr>
          <p:nvPr/>
        </p:nvCxnSpPr>
        <p:spPr>
          <a:xfrm>
            <a:off x="1120378" y="464269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D409813-F394-8BFF-845C-F35ECB0E72DD}"/>
              </a:ext>
            </a:extLst>
          </p:cNvPr>
          <p:cNvCxnSpPr>
            <a:cxnSpLocks/>
          </p:cNvCxnSpPr>
          <p:nvPr/>
        </p:nvCxnSpPr>
        <p:spPr>
          <a:xfrm>
            <a:off x="1120378" y="5778153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D29D91B-ED0E-C4EA-92DB-3A56B6205FC5}"/>
              </a:ext>
            </a:extLst>
          </p:cNvPr>
          <p:cNvCxnSpPr>
            <a:cxnSpLocks/>
          </p:cNvCxnSpPr>
          <p:nvPr/>
        </p:nvCxnSpPr>
        <p:spPr>
          <a:xfrm>
            <a:off x="1120378" y="2367808"/>
            <a:ext cx="10763927" cy="0"/>
          </a:xfrm>
          <a:prstGeom prst="line">
            <a:avLst/>
          </a:prstGeom>
          <a:ln w="1270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960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9110-CC72-0AE1-2B8A-5DFED15B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DF59BD-CD30-E5D7-4023-F8C2CEFD13E8}"/>
              </a:ext>
            </a:extLst>
          </p:cNvPr>
          <p:cNvSpPr txBox="1"/>
          <p:nvPr/>
        </p:nvSpPr>
        <p:spPr>
          <a:xfrm>
            <a:off x="950175" y="659804"/>
            <a:ext cx="108063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 컨셉 구체화</a:t>
            </a:r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컨셉에 맞게 스킬 만들기</a:t>
            </a:r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잘 어울리는 지 확인</a:t>
            </a:r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임팩트 있게 수정</a:t>
            </a:r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실제 게임 화면 생각해보기</a:t>
            </a:r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endParaRPr lang="en-US" altLang="ko-KR" sz="3000" dirty="0">
              <a:solidFill>
                <a:srgbClr val="222529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r>
              <a:rPr lang="ko-KR" altLang="en-US" sz="3000" dirty="0" err="1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쯔꾸르에서</a:t>
            </a:r>
            <a:r>
              <a:rPr lang="ko-KR" altLang="en-US" sz="3000" dirty="0">
                <a:solidFill>
                  <a:srgbClr val="222529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장르 변경 고민하기</a:t>
            </a:r>
          </a:p>
        </p:txBody>
      </p:sp>
    </p:spTree>
    <p:extLst>
      <p:ext uri="{BB962C8B-B14F-4D97-AF65-F5344CB8AC3E}">
        <p14:creationId xmlns:p14="http://schemas.microsoft.com/office/powerpoint/2010/main" val="80032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6" y="441785"/>
            <a:ext cx="9517628" cy="597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22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선택의 분기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973968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손에 비누칠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손 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준비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불기</a:t>
            </a: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3774068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생성</a:t>
            </a: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97396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터뜨리기</a:t>
            </a: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377406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환영 폭주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수면 잠옷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자장가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소환된 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>
                <a:solidFill>
                  <a:schemeClr val="tx1"/>
                </a:solidFill>
              </a:rPr>
              <a:t>수면</a:t>
            </a: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몬스터 폭발</a:t>
            </a: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잠옷 개고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 정리</a:t>
            </a: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도구 준비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행동 봉인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채우기</a:t>
            </a: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감옥</a:t>
            </a: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석방</a:t>
            </a: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 열어줄 때 공격하면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원거리 공격만 가능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근거리 공격 시 수갑 채움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경찰복 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이런 느낌으로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여러 개 불 수도 ㅇ</a:t>
            </a: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162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1708879"/>
            <a:ext cx="2178424" cy="35024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1326921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선택의 분기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손 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준비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불기</a:t>
            </a:r>
          </a:p>
        </p:txBody>
      </p: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생성</a:t>
            </a: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환영 폭주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수면 잠옷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자장가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소환된 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>
                <a:solidFill>
                  <a:schemeClr val="tx1"/>
                </a:solidFill>
              </a:rPr>
              <a:t>수면</a:t>
            </a: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몬스터 폭발</a:t>
            </a: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잠옷 개고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 정리</a:t>
            </a: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도구 준비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행동 봉인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채우기</a:t>
            </a: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감옥</a:t>
            </a: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석방</a:t>
            </a: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 열어줄 때 공격하면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원거리 공격만 가능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근거리 공격 시 수갑 채움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경찰복 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이런 느낌으로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여러 개 불 수도 ㅇ</a:t>
            </a: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374018" y="175032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NPC </a:t>
            </a:r>
            <a:r>
              <a:rPr lang="ko-KR" altLang="en-US">
                <a:solidFill>
                  <a:schemeClr val="tx1"/>
                </a:solidFill>
              </a:rPr>
              <a:t>변이 후 바로 진행</a:t>
            </a:r>
          </a:p>
        </p:txBody>
      </p:sp>
    </p:spTree>
    <p:extLst>
      <p:ext uri="{BB962C8B-B14F-4D97-AF65-F5344CB8AC3E}">
        <p14:creationId xmlns:p14="http://schemas.microsoft.com/office/powerpoint/2010/main" val="1897883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324554" y="1708879"/>
            <a:ext cx="2178424" cy="35024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" name="직사각형 3"/>
          <p:cNvSpPr/>
          <p:nvPr/>
        </p:nvSpPr>
        <p:spPr>
          <a:xfrm>
            <a:off x="2613666" y="1326921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선택의 분기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613666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손 비눗방울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준비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13666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비눗방울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불기</a:t>
            </a:r>
          </a:p>
        </p:txBody>
      </p: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413766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613666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비눗방울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생성</a:t>
            </a: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413766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952199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16" name="직사각형 15"/>
          <p:cNvSpPr/>
          <p:nvPr/>
        </p:nvSpPr>
        <p:spPr>
          <a:xfrm>
            <a:off x="5241311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환영 폭주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241311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수면 잠옷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요정봉</a:t>
            </a:r>
            <a:endParaRPr lang="en-US" altLang="ko-KR" sz="150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241311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자장가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241311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NPC </a:t>
            </a:r>
            <a:r>
              <a:rPr lang="ko-KR" altLang="en-US" sz="1500">
                <a:solidFill>
                  <a:schemeClr val="tx1"/>
                </a:solidFill>
              </a:rPr>
              <a:t>수면</a:t>
            </a: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041411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041411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241311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NPC </a:t>
            </a:r>
            <a:r>
              <a:rPr lang="ko-KR" altLang="en-US" sz="1500">
                <a:solidFill>
                  <a:schemeClr val="tx1"/>
                </a:solidFill>
              </a:rPr>
              <a:t>몬스터화</a:t>
            </a: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041411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241311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잠옷 개고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요정봉 정리</a:t>
            </a: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041411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84933" y="3043003"/>
            <a:ext cx="1600200" cy="83415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도구 준비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(</a:t>
            </a:r>
            <a:r>
              <a:rPr lang="ko-KR" altLang="en-US" sz="1500">
                <a:solidFill>
                  <a:schemeClr val="tx1"/>
                </a:solidFill>
              </a:rPr>
              <a:t>가방 뒤지기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51264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34" name="직사각형 33"/>
          <p:cNvSpPr/>
          <p:nvPr/>
        </p:nvSpPr>
        <p:spPr>
          <a:xfrm>
            <a:off x="780175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행동 봉인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780175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수갑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80175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수갑 채우기</a:t>
            </a: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860185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780175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감옥</a:t>
            </a: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860185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780175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열쇠로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석방</a:t>
            </a: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860185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6635473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열쇠로 열어줄 때 공격하면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 sz="1500">
                <a:solidFill>
                  <a:schemeClr val="tx1"/>
                </a:solidFill>
              </a:rPr>
              <a:t>?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035063" y="-23359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원거리 공격만 가능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8635263" y="-238776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근거리 공격 시 수갑 채움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7801758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경찰복 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32481" y="4133182"/>
            <a:ext cx="2339462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이런 느낌으로</a:t>
            </a:r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ko-KR" altLang="en-US" sz="1500">
                <a:solidFill>
                  <a:schemeClr val="tx1"/>
                </a:solidFill>
              </a:rPr>
              <a:t>여러 개 불 수도 ㅇ</a:t>
            </a:r>
          </a:p>
        </p:txBody>
      </p:sp>
      <p:sp>
        <p:nvSpPr>
          <p:cNvPr id="2" name="타원 1"/>
          <p:cNvSpPr/>
          <p:nvPr/>
        </p:nvSpPr>
        <p:spPr>
          <a:xfrm>
            <a:off x="835031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49" name="타원 48"/>
          <p:cNvSpPr/>
          <p:nvPr/>
        </p:nvSpPr>
        <p:spPr>
          <a:xfrm>
            <a:off x="1347929" y="4987841"/>
            <a:ext cx="514808" cy="4538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0" name="타원 49"/>
          <p:cNvSpPr/>
          <p:nvPr/>
        </p:nvSpPr>
        <p:spPr>
          <a:xfrm>
            <a:off x="737311" y="523663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2" name="타원 51"/>
          <p:cNvSpPr/>
          <p:nvPr/>
        </p:nvSpPr>
        <p:spPr>
          <a:xfrm>
            <a:off x="1351099" y="5221645"/>
            <a:ext cx="610617" cy="3897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3" name="직사각형 52"/>
          <p:cNvSpPr/>
          <p:nvPr/>
        </p:nvSpPr>
        <p:spPr>
          <a:xfrm>
            <a:off x="982363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sp>
        <p:nvSpPr>
          <p:cNvPr id="54" name="직사각형 53"/>
          <p:cNvSpPr/>
          <p:nvPr/>
        </p:nvSpPr>
        <p:spPr>
          <a:xfrm>
            <a:off x="1011274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전가 불가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011274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 호각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1011274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구령</a:t>
            </a: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>
            <a:off x="1091284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1011274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QTE</a:t>
            </a:r>
          </a:p>
          <a:p>
            <a:pPr algn="ctr"/>
            <a:r>
              <a:rPr lang="en-US" altLang="ko-KR" sz="1000">
                <a:solidFill>
                  <a:schemeClr val="tx1"/>
                </a:solidFill>
              </a:rPr>
              <a:t>(Quick Time Event)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/>
          <p:cNvCxnSpPr>
            <a:endCxn id="58" idx="0"/>
          </p:cNvCxnSpPr>
          <p:nvPr/>
        </p:nvCxnSpPr>
        <p:spPr>
          <a:xfrm>
            <a:off x="1091284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1011274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차렷</a:t>
            </a:r>
            <a:r>
              <a:rPr lang="en-US" altLang="ko-KR" sz="1500">
                <a:solidFill>
                  <a:schemeClr val="tx1"/>
                </a:solidFill>
              </a:rPr>
              <a:t>!</a:t>
            </a:r>
            <a:endParaRPr lang="ko-KR" altLang="en-US" sz="150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/>
          <p:cNvCxnSpPr>
            <a:endCxn id="60" idx="0"/>
          </p:cNvCxnSpPr>
          <p:nvPr/>
        </p:nvCxnSpPr>
        <p:spPr>
          <a:xfrm>
            <a:off x="1091284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1011274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tx1"/>
                </a:solidFill>
              </a:rPr>
              <a:t>조교</a:t>
            </a:r>
          </a:p>
        </p:txBody>
      </p:sp>
    </p:spTree>
    <p:extLst>
      <p:ext uri="{BB962C8B-B14F-4D97-AF65-F5344CB8AC3E}">
        <p14:creationId xmlns:p14="http://schemas.microsoft.com/office/powerpoint/2010/main" val="693890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684856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973968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선택의 분기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973968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비누 꺼내고 손에 비눗물 묻힘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73968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 생성 준비 동작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973968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비눗방울 생성 및 구조 대상 등장</a:t>
            </a:r>
          </a:p>
        </p:txBody>
      </p:sp>
      <p:cxnSp>
        <p:nvCxnSpPr>
          <p:cNvPr id="11" name="직선 화살표 연결선 10"/>
          <p:cNvCxnSpPr>
            <a:stCxn id="5" idx="2"/>
            <a:endCxn id="6" idx="0"/>
          </p:cNvCxnSpPr>
          <p:nvPr/>
        </p:nvCxnSpPr>
        <p:spPr>
          <a:xfrm>
            <a:off x="3774068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6" idx="2"/>
            <a:endCxn id="7" idx="0"/>
          </p:cNvCxnSpPr>
          <p:nvPr/>
        </p:nvCxnSpPr>
        <p:spPr>
          <a:xfrm>
            <a:off x="3774068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2973968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플레이어가 각 대상에 맞는 선행 수행</a:t>
            </a:r>
          </a:p>
        </p:txBody>
      </p:sp>
      <p:cxnSp>
        <p:nvCxnSpPr>
          <p:cNvPr id="19" name="직선 화살표 연결선 18"/>
          <p:cNvCxnSpPr>
            <a:endCxn id="18" idx="0"/>
          </p:cNvCxnSpPr>
          <p:nvPr/>
        </p:nvCxnSpPr>
        <p:spPr>
          <a:xfrm>
            <a:off x="3774068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2973968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결과에 따른 후속 행동 및 딜 타임 발생</a:t>
            </a:r>
          </a:p>
        </p:txBody>
      </p:sp>
      <p:cxnSp>
        <p:nvCxnSpPr>
          <p:cNvPr id="21" name="직선 화살표 연결선 20"/>
          <p:cNvCxnSpPr>
            <a:endCxn id="20" idx="0"/>
          </p:cNvCxnSpPr>
          <p:nvPr/>
        </p:nvCxnSpPr>
        <p:spPr>
          <a:xfrm>
            <a:off x="3774068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374268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663380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환영 폭주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663380" y="133096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수면 잠옷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63380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자장가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63380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소환된 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몬스터</a:t>
            </a:r>
            <a:r>
              <a:rPr lang="en-US" altLang="ko-KR">
                <a:solidFill>
                  <a:schemeClr val="tx1"/>
                </a:solidFill>
              </a:rPr>
              <a:t> </a:t>
            </a:r>
            <a:r>
              <a:rPr lang="ko-KR" altLang="en-US">
                <a:solidFill>
                  <a:schemeClr val="tx1"/>
                </a:solidFill>
              </a:rPr>
              <a:t>수면</a:t>
            </a:r>
          </a:p>
        </p:txBody>
      </p:sp>
      <p:cxnSp>
        <p:nvCxnSpPr>
          <p:cNvPr id="26" name="직선 화살표 연결선 25"/>
          <p:cNvCxnSpPr>
            <a:stCxn id="23" idx="2"/>
            <a:endCxn id="24" idx="0"/>
          </p:cNvCxnSpPr>
          <p:nvPr/>
        </p:nvCxnSpPr>
        <p:spPr>
          <a:xfrm>
            <a:off x="6463480" y="189574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2"/>
            <a:endCxn id="25" idx="0"/>
          </p:cNvCxnSpPr>
          <p:nvPr/>
        </p:nvCxnSpPr>
        <p:spPr>
          <a:xfrm>
            <a:off x="6463480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5663380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몬스터 폭발</a:t>
            </a:r>
          </a:p>
        </p:txBody>
      </p:sp>
      <p:cxnSp>
        <p:nvCxnSpPr>
          <p:cNvPr id="29" name="직선 화살표 연결선 28"/>
          <p:cNvCxnSpPr>
            <a:endCxn id="28" idx="0"/>
          </p:cNvCxnSpPr>
          <p:nvPr/>
        </p:nvCxnSpPr>
        <p:spPr>
          <a:xfrm>
            <a:off x="6463480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5663380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잠옷 개고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요정봉 정리</a:t>
            </a:r>
          </a:p>
        </p:txBody>
      </p:sp>
      <p:cxnSp>
        <p:nvCxnSpPr>
          <p:cNvPr id="31" name="직선 화살표 연결선 30"/>
          <p:cNvCxnSpPr>
            <a:endCxn id="30" idx="0"/>
          </p:cNvCxnSpPr>
          <p:nvPr/>
        </p:nvCxnSpPr>
        <p:spPr>
          <a:xfrm>
            <a:off x="6463480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73668" y="3177694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IDLE</a:t>
            </a: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가방 뒤지기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8063680" y="757223"/>
            <a:ext cx="2178424" cy="540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352792" y="474835"/>
            <a:ext cx="1600200" cy="56477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행동 봉인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352792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8352792" y="327630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수갑 채우기</a:t>
            </a:r>
          </a:p>
        </p:txBody>
      </p:sp>
      <p:cxnSp>
        <p:nvCxnSpPr>
          <p:cNvPr id="39" name="직선 화살표 연결선 38"/>
          <p:cNvCxnSpPr>
            <a:stCxn id="36" idx="2"/>
            <a:endCxn id="37" idx="0"/>
          </p:cNvCxnSpPr>
          <p:nvPr/>
        </p:nvCxnSpPr>
        <p:spPr>
          <a:xfrm>
            <a:off x="9152892" y="286841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8352792" y="424897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감옥</a:t>
            </a:r>
          </a:p>
        </p:txBody>
      </p:sp>
      <p:cxnSp>
        <p:nvCxnSpPr>
          <p:cNvPr id="41" name="직선 화살표 연결선 40"/>
          <p:cNvCxnSpPr>
            <a:endCxn id="40" idx="0"/>
          </p:cNvCxnSpPr>
          <p:nvPr/>
        </p:nvCxnSpPr>
        <p:spPr>
          <a:xfrm>
            <a:off x="9152892" y="384108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8352792" y="522164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석방</a:t>
            </a:r>
          </a:p>
        </p:txBody>
      </p:sp>
      <p:cxnSp>
        <p:nvCxnSpPr>
          <p:cNvPr id="43" name="직선 화살표 연결선 42"/>
          <p:cNvCxnSpPr>
            <a:endCxn id="42" idx="0"/>
          </p:cNvCxnSpPr>
          <p:nvPr/>
        </p:nvCxnSpPr>
        <p:spPr>
          <a:xfrm>
            <a:off x="9152892" y="4813751"/>
            <a:ext cx="0" cy="40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7153102" y="6293224"/>
            <a:ext cx="399958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열쇠로 열어줄 때 공격하면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바로 다시 갇히게 하는 건 어떨까</a:t>
            </a:r>
            <a:r>
              <a:rPr lang="en-US" altLang="ko-KR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0455017" y="2303635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원거리 공격만 가능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0455017" y="2993917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근거리 공격 시 수갑 채움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352792" y="1326921"/>
            <a:ext cx="1600200" cy="56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경찰복 </a:t>
            </a:r>
          </a:p>
        </p:txBody>
      </p:sp>
    </p:spTree>
    <p:extLst>
      <p:ext uri="{BB962C8B-B14F-4D97-AF65-F5344CB8AC3E}">
        <p14:creationId xmlns:p14="http://schemas.microsoft.com/office/powerpoint/2010/main" val="60762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1451</Words>
  <Application>Microsoft Office PowerPoint</Application>
  <PresentationFormat>와이드스크린</PresentationFormat>
  <Paragraphs>429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Google Sans Text</vt:lpstr>
      <vt:lpstr>KoddiUD 온고딕 Regular</vt:lpstr>
      <vt:lpstr>맑은 고딕</vt:lpstr>
      <vt:lpstr>Arial</vt:lpstr>
      <vt:lpstr>Office 테마</vt:lpstr>
      <vt:lpstr>게임 기획: 보스 스킬 애니메이션 로직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기획: 보스 스킬 애니메이션 로직</dc:title>
  <dc:creator>FullName</dc:creator>
  <cp:lastModifiedBy>musukie52@gmail.com</cp:lastModifiedBy>
  <cp:revision>12</cp:revision>
  <dcterms:created xsi:type="dcterms:W3CDTF">2026-04-24T05:06:39Z</dcterms:created>
  <dcterms:modified xsi:type="dcterms:W3CDTF">2026-04-27T02:05:53Z</dcterms:modified>
</cp:coreProperties>
</file>