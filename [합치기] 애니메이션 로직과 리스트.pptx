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9" r:id="rId5"/>
    <p:sldId id="260" r:id="rId6"/>
    <p:sldId id="267" r:id="rId7"/>
    <p:sldId id="274" r:id="rId8"/>
    <p:sldId id="271" r:id="rId9"/>
    <p:sldId id="270" r:id="rId10"/>
    <p:sldId id="272" r:id="rId11"/>
    <p:sldId id="273" r:id="rId12"/>
    <p:sldId id="275" r:id="rId13"/>
    <p:sldId id="266" r:id="rId14"/>
    <p:sldId id="261" r:id="rId15"/>
    <p:sldId id="262" r:id="rId16"/>
    <p:sldId id="263" r:id="rId17"/>
    <p:sldId id="264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22529"/>
    <a:srgbClr val="2F3339"/>
    <a:srgbClr val="BF5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27180C-91AC-40BB-9469-27134960B89A}" v="679" dt="2026-04-27T04:16:03.4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39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 sldOrd">
      <pc:chgData name="musukie52@gmail.com" userId="017bd91f96aa8751" providerId="LiveId" clId="{5B2C3894-F97E-4CAB-8812-5BB4D83AAC6A}" dt="2026-04-27T04:16:03.487" v="8093"/>
      <pc:docMkLst>
        <pc:docMk/>
      </pc:docMkLst>
      <pc:sldChg chg="ord">
        <pc:chgData name="musukie52@gmail.com" userId="017bd91f96aa8751" providerId="LiveId" clId="{5B2C3894-F97E-4CAB-8812-5BB4D83AAC6A}" dt="2026-04-27T03:24:58.736" v="6395"/>
        <pc:sldMkLst>
          <pc:docMk/>
          <pc:sldMk cId="800329599" sldId="267"/>
        </pc:sldMkLst>
      </pc:sldChg>
      <pc:sldChg chg="delSp modSp add del mod setBg">
        <pc:chgData name="musukie52@gmail.com" userId="017bd91f96aa8751" providerId="LiveId" clId="{5B2C3894-F97E-4CAB-8812-5BB4D83AAC6A}" dt="2026-04-27T01:41:50.727" v="2544" actId="47"/>
        <pc:sldMkLst>
          <pc:docMk/>
          <pc:sldMk cId="1945962439" sldId="268"/>
        </pc:sldMkLst>
        <pc:spChg chg="mod">
          <ac:chgData name="musukie52@gmail.com" userId="017bd91f96aa8751" providerId="LiveId" clId="{5B2C3894-F97E-4CAB-8812-5BB4D83AAC6A}" dt="2026-04-27T01:06:29.630" v="353" actId="20577"/>
          <ac:spMkLst>
            <pc:docMk/>
            <pc:sldMk cId="1945962439" sldId="268"/>
            <ac:spMk id="9" creationId="{25E43018-5C77-9B63-54FD-A4376B47A337}"/>
          </ac:spMkLst>
        </pc:spChg>
        <pc:graphicFrameChg chg="mod modGraphic">
          <ac:chgData name="musukie52@gmail.com" userId="017bd91f96aa8751" providerId="LiveId" clId="{5B2C3894-F97E-4CAB-8812-5BB4D83AAC6A}" dt="2026-04-27T01:17:56.631" v="889" actId="20577"/>
          <ac:graphicFrameMkLst>
            <pc:docMk/>
            <pc:sldMk cId="1945962439" sldId="268"/>
            <ac:graphicFrameMk id="8" creationId="{50FECC3E-2823-69D6-0271-71194AC5827B}"/>
          </ac:graphicFrameMkLst>
        </pc:graphicFrame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14" creationId="{6CC97E6D-D3A7-4D20-035B-A946E9F5EB10}"/>
          </ac:cxnSpMkLst>
        </pc:cxn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15" creationId="{03C1F1F7-97EC-6750-F0AC-BEF722AE870E}"/>
          </ac:cxnSpMkLst>
        </pc:cxnChg>
        <pc:cxnChg chg="mod">
          <ac:chgData name="musukie52@gmail.com" userId="017bd91f96aa8751" providerId="LiveId" clId="{5B2C3894-F97E-4CAB-8812-5BB4D83AAC6A}" dt="2026-04-27T00:57:32.820" v="104" actId="14100"/>
          <ac:cxnSpMkLst>
            <pc:docMk/>
            <pc:sldMk cId="1945962439" sldId="268"/>
            <ac:cxnSpMk id="19" creationId="{F90759B7-18FF-9282-C1CD-1B1546BB81B8}"/>
          </ac:cxnSpMkLst>
        </pc:cxn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28" creationId="{28E692BC-D98A-B239-AACB-95CB76D988CA}"/>
          </ac:cxnSpMkLst>
        </pc:cxnChg>
      </pc:sldChg>
      <pc:sldChg chg="addSp delSp modSp add del mod setBg">
        <pc:chgData name="musukie52@gmail.com" userId="017bd91f96aa8751" providerId="LiveId" clId="{5B2C3894-F97E-4CAB-8812-5BB4D83AAC6A}" dt="2026-04-27T01:49:37.340" v="2740" actId="47"/>
        <pc:sldMkLst>
          <pc:docMk/>
          <pc:sldMk cId="1102944201" sldId="269"/>
        </pc:sldMkLst>
        <pc:spChg chg="mod">
          <ac:chgData name="musukie52@gmail.com" userId="017bd91f96aa8751" providerId="LiveId" clId="{5B2C3894-F97E-4CAB-8812-5BB4D83AAC6A}" dt="2026-04-27T01:49:02.150" v="2736" actId="1076"/>
          <ac:spMkLst>
            <pc:docMk/>
            <pc:sldMk cId="1102944201" sldId="269"/>
            <ac:spMk id="9" creationId="{9B55D071-A326-0E85-2036-EF928AB4C198}"/>
          </ac:spMkLst>
        </pc:spChg>
        <pc:spChg chg="add del mod">
          <ac:chgData name="musukie52@gmail.com" userId="017bd91f96aa8751" providerId="LiveId" clId="{5B2C3894-F97E-4CAB-8812-5BB4D83AAC6A}" dt="2026-04-27T01:49:04.810" v="2737" actId="478"/>
          <ac:spMkLst>
            <pc:docMk/>
            <pc:sldMk cId="1102944201" sldId="269"/>
            <ac:spMk id="24" creationId="{873401EA-3570-4AB7-190B-B4B5FC0F09CF}"/>
          </ac:spMkLst>
        </pc:spChg>
        <pc:graphicFrameChg chg="mod modGraphic">
          <ac:chgData name="musukie52@gmail.com" userId="017bd91f96aa8751" providerId="LiveId" clId="{5B2C3894-F97E-4CAB-8812-5BB4D83AAC6A}" dt="2026-04-27T01:47:25.357" v="2619" actId="1076"/>
          <ac:graphicFrameMkLst>
            <pc:docMk/>
            <pc:sldMk cId="1102944201" sldId="269"/>
            <ac:graphicFrameMk id="8" creationId="{CE342807-E2E8-6917-A7B9-85EBAECD6715}"/>
          </ac:graphicFrameMkLst>
        </pc:graphicFrame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4" creationId="{BBEB1F2C-FC4F-89D3-9E33-7CB8FCCDDC84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0" creationId="{AA4D0E02-FDFE-27DF-F1CC-47B4DBDDB0CC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1" creationId="{22032BD5-898D-F757-8A92-0E40CB4F5FFC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2" creationId="{10C5668C-7B87-C063-2411-4BD9A86A0DF2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3" creationId="{239600D9-4457-691E-A75D-C2968BFB8496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14" creationId="{5C4CA446-0987-9E0F-8467-CFF76E4CD628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15" creationId="{F9604414-3131-4EBE-7D27-07902A291BCF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8" creationId="{156ED9AB-6873-B0F2-A164-CD778930BD35}"/>
          </ac:cxnSpMkLst>
        </pc:cxnChg>
        <pc:cxnChg chg="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9" creationId="{E4A39943-DEBA-33A3-C069-1CB2FBAB3C36}"/>
          </ac:cxnSpMkLst>
        </pc:cxnChg>
        <pc:cxnChg chg="add mod">
          <ac:chgData name="musukie52@gmail.com" userId="017bd91f96aa8751" providerId="LiveId" clId="{5B2C3894-F97E-4CAB-8812-5BB4D83AAC6A}" dt="2026-04-27T01:44:56.240" v="2590"/>
          <ac:cxnSpMkLst>
            <pc:docMk/>
            <pc:sldMk cId="1102944201" sldId="269"/>
            <ac:cxnSpMk id="20" creationId="{1FE050B2-EF3C-E21B-D41C-2C982E5AC50B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1" creationId="{B8A3A051-4668-F509-BEE1-EE51EE72ED6B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2" creationId="{B64F02ED-9C57-CB2C-44EF-9CE39FCE3524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3" creationId="{52C69041-017B-5140-C7F2-CC8F4F515B5A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26" creationId="{DC45F2F1-2ABE-8C4B-06F3-5EE1CD14D1C5}"/>
          </ac:cxnSpMkLst>
        </pc:cxnChg>
        <pc:cxnChg chg="del mod">
          <ac:chgData name="musukie52@gmail.com" userId="017bd91f96aa8751" providerId="LiveId" clId="{5B2C3894-F97E-4CAB-8812-5BB4D83AAC6A}" dt="2026-04-27T01:42:56.127" v="2557" actId="21"/>
          <ac:cxnSpMkLst>
            <pc:docMk/>
            <pc:sldMk cId="1102944201" sldId="269"/>
            <ac:cxnSpMk id="27" creationId="{AA4D0E02-FDFE-27DF-F1CC-47B4DBDDB0CC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28" creationId="{A26530C9-1A13-FFFE-889F-BA03AF93B252}"/>
          </ac:cxnSpMkLst>
        </pc:cxnChg>
      </pc:sldChg>
      <pc:sldChg chg="modSp add mod setBg">
        <pc:chgData name="musukie52@gmail.com" userId="017bd91f96aa8751" providerId="LiveId" clId="{5B2C3894-F97E-4CAB-8812-5BB4D83AAC6A}" dt="2026-04-27T02:46:41.891" v="4402"/>
        <pc:sldMkLst>
          <pc:docMk/>
          <pc:sldMk cId="4253053300" sldId="270"/>
        </pc:sldMkLst>
        <pc:spChg chg="mod">
          <ac:chgData name="musukie52@gmail.com" userId="017bd91f96aa8751" providerId="LiveId" clId="{5B2C3894-F97E-4CAB-8812-5BB4D83AAC6A}" dt="2026-04-27T01:49:15.088" v="2738" actId="1076"/>
          <ac:spMkLst>
            <pc:docMk/>
            <pc:sldMk cId="4253053300" sldId="270"/>
            <ac:spMk id="9" creationId="{2F8F8B02-81FC-EC79-447E-50825F8C8033}"/>
          </ac:spMkLst>
        </pc:spChg>
        <pc:graphicFrameChg chg="mod modGraphic">
          <ac:chgData name="musukie52@gmail.com" userId="017bd91f96aa8751" providerId="LiveId" clId="{5B2C3894-F97E-4CAB-8812-5BB4D83AAC6A}" dt="2026-04-27T02:46:41.891" v="4402"/>
          <ac:graphicFrameMkLst>
            <pc:docMk/>
            <pc:sldMk cId="4253053300" sldId="270"/>
            <ac:graphicFrameMk id="8" creationId="{2D188F51-2037-90B9-8BBB-C8EAF568D357}"/>
          </ac:graphicFrameMkLst>
        </pc:graphicFrameChg>
        <pc:cxnChg chg="mod">
          <ac:chgData name="musukie52@gmail.com" userId="017bd91f96aa8751" providerId="LiveId" clId="{5B2C3894-F97E-4CAB-8812-5BB4D83AAC6A}" dt="2026-04-27T01:51:52.118" v="2824" actId="1076"/>
          <ac:cxnSpMkLst>
            <pc:docMk/>
            <pc:sldMk cId="4253053300" sldId="270"/>
            <ac:cxnSpMk id="10" creationId="{601FF398-FA38-3264-E4B7-26756D8A6B04}"/>
          </ac:cxnSpMkLst>
        </pc:cxnChg>
        <pc:cxnChg chg="mod">
          <ac:chgData name="musukie52@gmail.com" userId="017bd91f96aa8751" providerId="LiveId" clId="{5B2C3894-F97E-4CAB-8812-5BB4D83AAC6A}" dt="2026-04-27T01:58:41.621" v="3445" actId="1036"/>
          <ac:cxnSpMkLst>
            <pc:docMk/>
            <pc:sldMk cId="4253053300" sldId="270"/>
            <ac:cxnSpMk id="11" creationId="{5CA336FA-9DAB-A084-69C3-EF9F93CE3C8F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2" creationId="{3AE14D08-C52F-FDB7-46F4-258A96B80764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3" creationId="{E7A80DAC-F3E7-FE22-62BC-31BF0C35C265}"/>
          </ac:cxnSpMkLst>
        </pc:cxnChg>
        <pc:cxnChg chg="mod">
          <ac:chgData name="musukie52@gmail.com" userId="017bd91f96aa8751" providerId="LiveId" clId="{5B2C3894-F97E-4CAB-8812-5BB4D83AAC6A}" dt="2026-04-27T01:51:59.590" v="2827" actId="1036"/>
          <ac:cxnSpMkLst>
            <pc:docMk/>
            <pc:sldMk cId="4253053300" sldId="270"/>
            <ac:cxnSpMk id="18" creationId="{5E19DAD2-3454-127C-EEB4-B4F1F95C7977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9" creationId="{DAC60E8B-67FE-2CD4-FAE2-CCE74A2A6816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21" creationId="{CF95E45F-99E0-3B62-3E1C-22A8B9B08651}"/>
          </ac:cxnSpMkLst>
        </pc:cxnChg>
        <pc:cxnChg chg="mod">
          <ac:chgData name="musukie52@gmail.com" userId="017bd91f96aa8751" providerId="LiveId" clId="{5B2C3894-F97E-4CAB-8812-5BB4D83AAC6A}" dt="2026-04-27T01:58:45.845" v="3449" actId="1035"/>
          <ac:cxnSpMkLst>
            <pc:docMk/>
            <pc:sldMk cId="4253053300" sldId="270"/>
            <ac:cxnSpMk id="22" creationId="{54A8997F-E218-3D50-48D8-B88A37B3B369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23" creationId="{F4C23AF2-CCF4-BE69-707C-0514257F4CF3}"/>
          </ac:cxnSpMkLst>
        </pc:cxnChg>
      </pc:sldChg>
      <pc:sldChg chg="addSp delSp modSp add mod ord setBg">
        <pc:chgData name="musukie52@gmail.com" userId="017bd91f96aa8751" providerId="LiveId" clId="{5B2C3894-F97E-4CAB-8812-5BB4D83AAC6A}" dt="2026-04-27T03:31:19.727" v="6480" actId="21"/>
        <pc:sldMkLst>
          <pc:docMk/>
          <pc:sldMk cId="4174942303" sldId="271"/>
        </pc:sldMkLst>
        <pc:spChg chg="add del mod">
          <ac:chgData name="musukie52@gmail.com" userId="017bd91f96aa8751" providerId="LiveId" clId="{5B2C3894-F97E-4CAB-8812-5BB4D83AAC6A}" dt="2026-04-27T03:31:19.727" v="6480" actId="21"/>
          <ac:spMkLst>
            <pc:docMk/>
            <pc:sldMk cId="4174942303" sldId="271"/>
            <ac:spMk id="2" creationId="{E95E67E7-8DDF-8EA4-3C5D-3DD2A1F97705}"/>
          </ac:spMkLst>
        </pc:spChg>
        <pc:spChg chg="mod">
          <ac:chgData name="musukie52@gmail.com" userId="017bd91f96aa8751" providerId="LiveId" clId="{5B2C3894-F97E-4CAB-8812-5BB4D83AAC6A}" dt="2026-04-27T01:50:01.064" v="2781"/>
          <ac:spMkLst>
            <pc:docMk/>
            <pc:sldMk cId="4174942303" sldId="271"/>
            <ac:spMk id="9" creationId="{7671B1C6-0131-52B0-55CB-F5C1C469ECBE}"/>
          </ac:spMkLst>
        </pc:spChg>
      </pc:sldChg>
      <pc:sldChg chg="add del setBg">
        <pc:chgData name="musukie52@gmail.com" userId="017bd91f96aa8751" providerId="LiveId" clId="{5B2C3894-F97E-4CAB-8812-5BB4D83AAC6A}" dt="2026-04-27T01:49:47.907" v="2744"/>
        <pc:sldMkLst>
          <pc:docMk/>
          <pc:sldMk cId="2308118613" sldId="272"/>
        </pc:sldMkLst>
      </pc:sldChg>
      <pc:sldChg chg="addSp delSp modSp add mod setBg">
        <pc:chgData name="musukie52@gmail.com" userId="017bd91f96aa8751" providerId="LiveId" clId="{5B2C3894-F97E-4CAB-8812-5BB4D83AAC6A}" dt="2026-04-27T04:16:01.152" v="8091" actId="21"/>
        <pc:sldMkLst>
          <pc:docMk/>
          <pc:sldMk cId="4194960012" sldId="272"/>
        </pc:sldMkLst>
        <pc:spChg chg="mod">
          <ac:chgData name="musukie52@gmail.com" userId="017bd91f96aa8751" providerId="LiveId" clId="{5B2C3894-F97E-4CAB-8812-5BB4D83AAC6A}" dt="2026-04-27T02:42:53.503" v="4166"/>
          <ac:spMkLst>
            <pc:docMk/>
            <pc:sldMk cId="4194960012" sldId="272"/>
            <ac:spMk id="9" creationId="{F97893BF-5205-418A-C44E-E072D77F2229}"/>
          </ac:spMkLst>
        </pc:spChg>
        <pc:graphicFrameChg chg="mod modGraphic">
          <ac:chgData name="musukie52@gmail.com" userId="017bd91f96aa8751" providerId="LiveId" clId="{5B2C3894-F97E-4CAB-8812-5BB4D83AAC6A}" dt="2026-04-27T03:53:38.382" v="7908"/>
          <ac:graphicFrameMkLst>
            <pc:docMk/>
            <pc:sldMk cId="4194960012" sldId="272"/>
            <ac:graphicFrameMk id="8" creationId="{08161C7E-D6DF-3FEF-7C58-CB197422DDC0}"/>
          </ac:graphicFrameMkLst>
        </pc:graphicFrameChg>
        <pc:picChg chg="add del mod">
          <ac:chgData name="musukie52@gmail.com" userId="017bd91f96aa8751" providerId="LiveId" clId="{5B2C3894-F97E-4CAB-8812-5BB4D83AAC6A}" dt="2026-04-27T04:16:01.152" v="8091" actId="21"/>
          <ac:picMkLst>
            <pc:docMk/>
            <pc:sldMk cId="4194960012" sldId="272"/>
            <ac:picMk id="14" creationId="{175DC83A-3BFF-4B06-29C4-16E8D39D4538}"/>
          </ac:picMkLst>
        </pc:picChg>
        <pc:picChg chg="add del mod modCrop">
          <ac:chgData name="musukie52@gmail.com" userId="017bd91f96aa8751" providerId="LiveId" clId="{5B2C3894-F97E-4CAB-8812-5BB4D83AAC6A}" dt="2026-04-27T04:15:41.957" v="8087" actId="478"/>
          <ac:picMkLst>
            <pc:docMk/>
            <pc:sldMk cId="4194960012" sldId="272"/>
            <ac:picMk id="98" creationId="{92F33F83-8661-4A87-4BD0-46D99BF341A0}"/>
          </ac:picMkLst>
        </pc:picChg>
        <pc:cxnChg chg="add mod">
          <ac:chgData name="musukie52@gmail.com" userId="017bd91f96aa8751" providerId="LiveId" clId="{5B2C3894-F97E-4CAB-8812-5BB4D83AAC6A}" dt="2026-04-27T03:47:17.916" v="7124"/>
          <ac:cxnSpMkLst>
            <pc:docMk/>
            <pc:sldMk cId="4194960012" sldId="272"/>
            <ac:cxnSpMk id="2" creationId="{00BA4745-E8F1-35DB-AE36-97E6A9EE2687}"/>
          </ac:cxnSpMkLst>
        </pc:cxnChg>
        <pc:cxnChg chg="add mod">
          <ac:chgData name="musukie52@gmail.com" userId="017bd91f96aa8751" providerId="LiveId" clId="{5B2C3894-F97E-4CAB-8812-5BB4D83AAC6A}" dt="2026-04-27T03:47:43.129" v="7142" actId="1076"/>
          <ac:cxnSpMkLst>
            <pc:docMk/>
            <pc:sldMk cId="4194960012" sldId="272"/>
            <ac:cxnSpMk id="3" creationId="{E53BCA92-50F7-44E3-6D5D-AD21A62C9DCF}"/>
          </ac:cxnSpMkLst>
        </pc:cxnChg>
        <pc:cxnChg chg="add mod">
          <ac:chgData name="musukie52@gmail.com" userId="017bd91f96aa8751" providerId="LiveId" clId="{5B2C3894-F97E-4CAB-8812-5BB4D83AAC6A}" dt="2026-04-27T03:47:25.361" v="7128"/>
          <ac:cxnSpMkLst>
            <pc:docMk/>
            <pc:sldMk cId="4194960012" sldId="272"/>
            <ac:cxnSpMk id="4" creationId="{BA25B4DE-456D-60DA-E5ED-948232DC3F70}"/>
          </ac:cxnSpMkLst>
        </pc:cxnChg>
        <pc:cxnChg chg="add mod">
          <ac:chgData name="musukie52@gmail.com" userId="017bd91f96aa8751" providerId="LiveId" clId="{5B2C3894-F97E-4CAB-8812-5BB4D83AAC6A}" dt="2026-04-27T03:47:27.649" v="7129"/>
          <ac:cxnSpMkLst>
            <pc:docMk/>
            <pc:sldMk cId="4194960012" sldId="272"/>
            <ac:cxnSpMk id="5" creationId="{1D3BD9AB-6874-5440-7DE9-B7FAC9D31493}"/>
          </ac:cxnSpMkLst>
        </pc:cxnChg>
        <pc:cxnChg chg="add mod">
          <ac:chgData name="musukie52@gmail.com" userId="017bd91f96aa8751" providerId="LiveId" clId="{5B2C3894-F97E-4CAB-8812-5BB4D83AAC6A}" dt="2026-04-27T03:47:31.864" v="7131"/>
          <ac:cxnSpMkLst>
            <pc:docMk/>
            <pc:sldMk cId="4194960012" sldId="272"/>
            <ac:cxnSpMk id="6" creationId="{505D1204-F380-9077-945E-831AC7B01717}"/>
          </ac:cxnSpMkLst>
        </pc:cxnChg>
        <pc:cxnChg chg="del">
          <ac:chgData name="musukie52@gmail.com" userId="017bd91f96aa8751" providerId="LiveId" clId="{5B2C3894-F97E-4CAB-8812-5BB4D83AAC6A}" dt="2026-04-27T02:44:06.043" v="4292" actId="478"/>
          <ac:cxnSpMkLst>
            <pc:docMk/>
            <pc:sldMk cId="4194960012" sldId="272"/>
            <ac:cxnSpMk id="10" creationId="{1E841ED1-7FED-1C29-51B1-98A3C122F5D1}"/>
          </ac:cxnSpMkLst>
        </pc:cxnChg>
        <pc:cxnChg chg="del mod">
          <ac:chgData name="musukie52@gmail.com" userId="017bd91f96aa8751" providerId="LiveId" clId="{5B2C3894-F97E-4CAB-8812-5BB4D83AAC6A}" dt="2026-04-27T03:47:21.037" v="7125" actId="21"/>
          <ac:cxnSpMkLst>
            <pc:docMk/>
            <pc:sldMk cId="4194960012" sldId="272"/>
            <ac:cxnSpMk id="11" creationId="{E53BCA92-50F7-44E3-6D5D-AD21A62C9DCF}"/>
          </ac:cxnSpMkLst>
        </pc:cxnChg>
        <pc:cxnChg chg="del">
          <ac:chgData name="musukie52@gmail.com" userId="017bd91f96aa8751" providerId="LiveId" clId="{5B2C3894-F97E-4CAB-8812-5BB4D83AAC6A}" dt="2026-04-27T02:44:03.450" v="4291" actId="478"/>
          <ac:cxnSpMkLst>
            <pc:docMk/>
            <pc:sldMk cId="4194960012" sldId="272"/>
            <ac:cxnSpMk id="13" creationId="{58BFD210-ABD0-0BE7-9E87-7AFF7F4293DD}"/>
          </ac:cxnSpMkLst>
        </pc:cxnChg>
        <pc:cxnChg chg="mod">
          <ac:chgData name="musukie52@gmail.com" userId="017bd91f96aa8751" providerId="LiveId" clId="{5B2C3894-F97E-4CAB-8812-5BB4D83AAC6A}" dt="2026-04-27T03:47:14.857" v="7122" actId="1076"/>
          <ac:cxnSpMkLst>
            <pc:docMk/>
            <pc:sldMk cId="4194960012" sldId="272"/>
            <ac:cxnSpMk id="18" creationId="{3EEE7AFA-562B-B97C-0059-07B030E540A6}"/>
          </ac:cxnSpMkLst>
        </pc:cxnChg>
        <pc:cxnChg chg="mod">
          <ac:chgData name="musukie52@gmail.com" userId="017bd91f96aa8751" providerId="LiveId" clId="{5B2C3894-F97E-4CAB-8812-5BB4D83AAC6A}" dt="2026-04-27T03:47:38.528" v="7141" actId="1036"/>
          <ac:cxnSpMkLst>
            <pc:docMk/>
            <pc:sldMk cId="4194960012" sldId="272"/>
            <ac:cxnSpMk id="21" creationId="{4DF8D5A4-3548-EAB0-0F33-664E85BF2F9C}"/>
          </ac:cxnSpMkLst>
        </pc:cxnChg>
        <pc:cxnChg chg="mod">
          <ac:chgData name="musukie52@gmail.com" userId="017bd91f96aa8751" providerId="LiveId" clId="{5B2C3894-F97E-4CAB-8812-5BB4D83AAC6A}" dt="2026-04-27T02:44:16.552" v="4305" actId="1036"/>
          <ac:cxnSpMkLst>
            <pc:docMk/>
            <pc:sldMk cId="4194960012" sldId="272"/>
            <ac:cxnSpMk id="22" creationId="{2D409813-F394-8BFF-845C-F35ECB0E72DD}"/>
          </ac:cxnSpMkLst>
        </pc:cxnChg>
      </pc:sldChg>
      <pc:sldChg chg="addSp delSp modSp add mod setBg">
        <pc:chgData name="musukie52@gmail.com" userId="017bd91f96aa8751" providerId="LiveId" clId="{5B2C3894-F97E-4CAB-8812-5BB4D83AAC6A}" dt="2026-04-27T03:25:14.550" v="6415" actId="20577"/>
        <pc:sldMkLst>
          <pc:docMk/>
          <pc:sldMk cId="1270997780" sldId="273"/>
        </pc:sldMkLst>
        <pc:spChg chg="mod">
          <ac:chgData name="musukie52@gmail.com" userId="017bd91f96aa8751" providerId="LiveId" clId="{5B2C3894-F97E-4CAB-8812-5BB4D83AAC6A}" dt="2026-04-27T03:13:46.540" v="5190"/>
          <ac:spMkLst>
            <pc:docMk/>
            <pc:sldMk cId="1270997780" sldId="273"/>
            <ac:spMk id="9" creationId="{BBD3B933-59EC-FD7E-6828-42E62A0FBC6D}"/>
          </ac:spMkLst>
        </pc:spChg>
        <pc:graphicFrameChg chg="mod modGraphic">
          <ac:chgData name="musukie52@gmail.com" userId="017bd91f96aa8751" providerId="LiveId" clId="{5B2C3894-F97E-4CAB-8812-5BB4D83AAC6A}" dt="2026-04-27T03:25:14.550" v="6415" actId="20577"/>
          <ac:graphicFrameMkLst>
            <pc:docMk/>
            <pc:sldMk cId="1270997780" sldId="273"/>
            <ac:graphicFrameMk id="8" creationId="{692223C8-2E13-9609-6DDE-60216D86C09C}"/>
          </ac:graphicFrameMkLst>
        </pc:graphicFrameChg>
        <pc:cxnChg chg="add mod">
          <ac:chgData name="musukie52@gmail.com" userId="017bd91f96aa8751" providerId="LiveId" clId="{5B2C3894-F97E-4CAB-8812-5BB4D83AAC6A}" dt="2026-04-27T03:16:51.892" v="5660"/>
          <ac:cxnSpMkLst>
            <pc:docMk/>
            <pc:sldMk cId="1270997780" sldId="273"/>
            <ac:cxnSpMk id="2" creationId="{A321B22D-9B91-4DC0-407F-8F97B76A5E46}"/>
          </ac:cxnSpMkLst>
        </pc:cxnChg>
        <pc:cxnChg chg="add mod">
          <ac:chgData name="musukie52@gmail.com" userId="017bd91f96aa8751" providerId="LiveId" clId="{5B2C3894-F97E-4CAB-8812-5BB4D83AAC6A}" dt="2026-04-27T03:17:03.968" v="5670" actId="1035"/>
          <ac:cxnSpMkLst>
            <pc:docMk/>
            <pc:sldMk cId="1270997780" sldId="273"/>
            <ac:cxnSpMk id="3" creationId="{C0C35772-FD31-1188-E7A2-0F8F34313C1B}"/>
          </ac:cxnSpMkLst>
        </pc:cxnChg>
        <pc:cxnChg chg="add mod">
          <ac:chgData name="musukie52@gmail.com" userId="017bd91f96aa8751" providerId="LiveId" clId="{5B2C3894-F97E-4CAB-8812-5BB4D83AAC6A}" dt="2026-04-27T03:22:14.694" v="6077"/>
          <ac:cxnSpMkLst>
            <pc:docMk/>
            <pc:sldMk cId="1270997780" sldId="273"/>
            <ac:cxnSpMk id="4" creationId="{586C5AEF-72BF-1C8C-90EA-FC6A4470258A}"/>
          </ac:cxnSpMkLst>
        </pc:cxnChg>
        <pc:cxnChg chg="add mod">
          <ac:chgData name="musukie52@gmail.com" userId="017bd91f96aa8751" providerId="LiveId" clId="{5B2C3894-F97E-4CAB-8812-5BB4D83AAC6A}" dt="2026-04-27T03:22:19.415" v="6079"/>
          <ac:cxnSpMkLst>
            <pc:docMk/>
            <pc:sldMk cId="1270997780" sldId="273"/>
            <ac:cxnSpMk id="5" creationId="{077B5D62-8E7C-7C5D-9DE8-A5BB39F6EE6A}"/>
          </ac:cxnSpMkLst>
        </pc:cxnChg>
        <pc:cxnChg chg="mod">
          <ac:chgData name="musukie52@gmail.com" userId="017bd91f96aa8751" providerId="LiveId" clId="{5B2C3894-F97E-4CAB-8812-5BB4D83AAC6A}" dt="2026-04-27T03:22:26.654" v="6085" actId="1035"/>
          <ac:cxnSpMkLst>
            <pc:docMk/>
            <pc:sldMk cId="1270997780" sldId="273"/>
            <ac:cxnSpMk id="11" creationId="{C3AD9BD6-36A7-AA61-284E-E9BC7E449F9D}"/>
          </ac:cxnSpMkLst>
        </pc:cxnChg>
        <pc:cxnChg chg="mod">
          <ac:chgData name="musukie52@gmail.com" userId="017bd91f96aa8751" providerId="LiveId" clId="{5B2C3894-F97E-4CAB-8812-5BB4D83AAC6A}" dt="2026-04-27T03:22:24.678" v="6084" actId="1036"/>
          <ac:cxnSpMkLst>
            <pc:docMk/>
            <pc:sldMk cId="1270997780" sldId="273"/>
            <ac:cxnSpMk id="18" creationId="{03033E90-AA4A-3FE0-1F04-F177EB27DAC8}"/>
          </ac:cxnSpMkLst>
        </pc:cxnChg>
        <pc:cxnChg chg="del">
          <ac:chgData name="musukie52@gmail.com" userId="017bd91f96aa8751" providerId="LiveId" clId="{5B2C3894-F97E-4CAB-8812-5BB4D83AAC6A}" dt="2026-04-27T03:16:49.489" v="5659" actId="478"/>
          <ac:cxnSpMkLst>
            <pc:docMk/>
            <pc:sldMk cId="1270997780" sldId="273"/>
            <ac:cxnSpMk id="21" creationId="{8F0ACEBF-056E-E7F8-69C0-AE820DC87F94}"/>
          </ac:cxnSpMkLst>
        </pc:cxnChg>
        <pc:cxnChg chg="del">
          <ac:chgData name="musukie52@gmail.com" userId="017bd91f96aa8751" providerId="LiveId" clId="{5B2C3894-F97E-4CAB-8812-5BB4D83AAC6A}" dt="2026-04-27T03:16:56.985" v="5662" actId="478"/>
          <ac:cxnSpMkLst>
            <pc:docMk/>
            <pc:sldMk cId="1270997780" sldId="273"/>
            <ac:cxnSpMk id="22" creationId="{0378894E-1BF6-634C-CA79-3E17EB3E57C3}"/>
          </ac:cxnSpMkLst>
        </pc:cxnChg>
      </pc:sldChg>
      <pc:sldChg chg="addSp delSp modSp add mod setBg">
        <pc:chgData name="musukie52@gmail.com" userId="017bd91f96aa8751" providerId="LiveId" clId="{5B2C3894-F97E-4CAB-8812-5BB4D83AAC6A}" dt="2026-04-27T04:13:13.948" v="8082" actId="21"/>
        <pc:sldMkLst>
          <pc:docMk/>
          <pc:sldMk cId="4210404852" sldId="274"/>
        </pc:sldMkLst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2" creationId="{A17BC2E9-69F4-CA72-CE7B-22B8F564937E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8" creationId="{4B4F9AAA-3885-F23C-4032-3BCDB7C0AECC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10" creationId="{C4B7F3BC-D088-9DA9-C9F3-DCA36ABDD357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11" creationId="{68393ECD-E88A-0F32-B21C-A54F9EA5E970}"/>
          </ac:spMkLst>
        </pc:spChg>
        <pc:spChg chg="add del mod">
          <ac:chgData name="musukie52@gmail.com" userId="017bd91f96aa8751" providerId="LiveId" clId="{5B2C3894-F97E-4CAB-8812-5BB4D83AAC6A}" dt="2026-04-27T03:33:17.962" v="6518" actId="478"/>
          <ac:spMkLst>
            <pc:docMk/>
            <pc:sldMk cId="4210404852" sldId="274"/>
            <ac:spMk id="13" creationId="{06090D9B-591C-E424-2F72-1BD6E089B5A0}"/>
          </ac:spMkLst>
        </pc:spChg>
        <pc:spChg chg="add mod">
          <ac:chgData name="musukie52@gmail.com" userId="017bd91f96aa8751" providerId="LiveId" clId="{5B2C3894-F97E-4CAB-8812-5BB4D83AAC6A}" dt="2026-04-27T03:35:58.157" v="6560"/>
          <ac:spMkLst>
            <pc:docMk/>
            <pc:sldMk cId="4210404852" sldId="274"/>
            <ac:spMk id="19" creationId="{49436CF5-02FE-2F50-437B-C410752D17F6}"/>
          </ac:spMkLst>
        </pc:spChg>
        <pc:spChg chg="add mod">
          <ac:chgData name="musukie52@gmail.com" userId="017bd91f96aa8751" providerId="LiveId" clId="{5B2C3894-F97E-4CAB-8812-5BB4D83AAC6A}" dt="2026-04-27T03:35:58.157" v="6560"/>
          <ac:spMkLst>
            <pc:docMk/>
            <pc:sldMk cId="4210404852" sldId="274"/>
            <ac:spMk id="21" creationId="{D6A79A1C-1A2E-4653-C8A4-E1B6BDD9252A}"/>
          </ac:spMkLst>
        </pc:spChg>
        <pc:spChg chg="add mod">
          <ac:chgData name="musukie52@gmail.com" userId="017bd91f96aa8751" providerId="LiveId" clId="{5B2C3894-F97E-4CAB-8812-5BB4D83AAC6A}" dt="2026-04-27T04:08:54.754" v="8035" actId="1076"/>
          <ac:spMkLst>
            <pc:docMk/>
            <pc:sldMk cId="4210404852" sldId="274"/>
            <ac:spMk id="22" creationId="{40A6FE97-8329-D21E-90AB-4433A09F8D09}"/>
          </ac:spMkLst>
        </pc:spChg>
        <pc:spChg chg="add mod">
          <ac:chgData name="musukie52@gmail.com" userId="017bd91f96aa8751" providerId="LiveId" clId="{5B2C3894-F97E-4CAB-8812-5BB4D83AAC6A}" dt="2026-04-27T04:08:54.754" v="8035" actId="1076"/>
          <ac:spMkLst>
            <pc:docMk/>
            <pc:sldMk cId="4210404852" sldId="274"/>
            <ac:spMk id="23" creationId="{BE73BCD5-F28F-A44D-D380-0B4C43D1CD02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24" creationId="{F0742547-0070-7991-5B3B-1645DD0E8024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25" creationId="{4751FD6C-7B42-C6BD-EE28-B3F9A676D685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26" creationId="{760425FE-7733-3CAD-1AF2-430A320BDCA8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27" creationId="{76A5D9FA-44F0-EDA4-7122-77A8D4139803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28" creationId="{6FA061E2-A31D-A560-CAEE-C70707A9B3F8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29" creationId="{E8F77CA5-6BD2-01AE-0D3B-2714571F02B3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0" creationId="{4CF4020A-B04F-C916-233B-A4BD6FA0E895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1" creationId="{A5055F82-7CBE-B520-CE7F-AC5D1144684B}"/>
          </ac:spMkLst>
        </pc:spChg>
        <pc:spChg chg="add mod">
          <ac:chgData name="musukie52@gmail.com" userId="017bd91f96aa8751" providerId="LiveId" clId="{5B2C3894-F97E-4CAB-8812-5BB4D83AAC6A}" dt="2026-04-27T04:09:46.949" v="8042" actId="14100"/>
          <ac:spMkLst>
            <pc:docMk/>
            <pc:sldMk cId="4210404852" sldId="274"/>
            <ac:spMk id="32" creationId="{5F9EACC3-599A-39FC-6D06-BE3D4875E844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3" creationId="{F0926F8D-1662-5C14-A11D-3AAF378846CD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4" creationId="{B748E2B5-5CFE-CB92-B150-90EF4D0B4763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51" creationId="{1A637E84-0794-8975-0377-205DA0E4F231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57" creationId="{CB5C0B38-01DB-74AE-2C1A-A58380293483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63" creationId="{9E42646C-A03E-A3F4-72C9-EB4056B454F6}"/>
          </ac:spMkLst>
        </pc:spChg>
        <pc:spChg chg="mod or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69" creationId="{A0FB0078-3B22-49B1-1E83-DCE99298BBB1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70" creationId="{0CD617AA-5CA7-C846-6C86-3DB845DE18A6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1" creationId="{D92A9C2A-DF39-580D-4808-08D0C511B619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2" creationId="{F15F5949-1AE5-E8DE-4D1D-5AD93F19F557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5" creationId="{EB2A1D9D-5F4D-139A-7E99-FBFA1FC53262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6" creationId="{00C8BF4D-25A0-6970-137E-EC8ED8F1596D}"/>
          </ac:spMkLst>
        </pc:spChg>
        <pc:spChg chg="mod">
          <ac:chgData name="musukie52@gmail.com" userId="017bd91f96aa8751" providerId="LiveId" clId="{5B2C3894-F97E-4CAB-8812-5BB4D83AAC6A}" dt="2026-04-27T04:11:29.541" v="8063" actId="1076"/>
          <ac:spMkLst>
            <pc:docMk/>
            <pc:sldMk cId="4210404852" sldId="274"/>
            <ac:spMk id="77" creationId="{63B2214D-0051-70EA-AA3A-2752F1283506}"/>
          </ac:spMkLst>
        </pc:spChg>
        <pc:spChg chg="mod">
          <ac:chgData name="musukie52@gmail.com" userId="017bd91f96aa8751" providerId="LiveId" clId="{5B2C3894-F97E-4CAB-8812-5BB4D83AAC6A}" dt="2026-04-27T04:11:29.541" v="8063" actId="1076"/>
          <ac:spMkLst>
            <pc:docMk/>
            <pc:sldMk cId="4210404852" sldId="274"/>
            <ac:spMk id="78" creationId="{F0093E59-BC69-413F-2AC8-33C26E752B2D}"/>
          </ac:spMkLst>
        </pc:spChg>
        <pc:spChg chg="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83" creationId="{824A7B9A-B41C-543F-0497-73EA08937BB9}"/>
          </ac:spMkLst>
        </pc:spChg>
        <pc:spChg chg="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84" creationId="{0748C073-7E6F-4C50-0F36-95A160EC4ECE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85" creationId="{F4F6DA32-3BCA-6C95-544B-277AC5A23F38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86" creationId="{1BAA9415-6A2E-3A19-4E9B-11C4B5B88D33}"/>
          </ac:spMkLst>
        </pc:spChg>
        <pc:picChg chg="add del mod">
          <ac:chgData name="musukie52@gmail.com" userId="017bd91f96aa8751" providerId="LiveId" clId="{5B2C3894-F97E-4CAB-8812-5BB4D83AAC6A}" dt="2026-04-27T04:13:13.948" v="8082" actId="21"/>
          <ac:picMkLst>
            <pc:docMk/>
            <pc:sldMk cId="4210404852" sldId="274"/>
            <ac:picMk id="98" creationId="{92F33F83-8661-4A87-4BD0-46D99BF341A0}"/>
          </ac:picMkLst>
        </pc:picChg>
        <pc:cxnChg chg="mod">
          <ac:chgData name="musukie52@gmail.com" userId="017bd91f96aa8751" providerId="LiveId" clId="{5B2C3894-F97E-4CAB-8812-5BB4D83AAC6A}" dt="2026-04-27T03:33:52.434" v="6526" actId="14100"/>
          <ac:cxnSpMkLst>
            <pc:docMk/>
            <pc:sldMk cId="4210404852" sldId="274"/>
            <ac:cxnSpMk id="4" creationId="{9478FF9B-69BF-3316-F940-950590050122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20" creationId="{84A7D307-EE38-BB19-0A18-039427336705}"/>
          </ac:cxnSpMkLst>
        </pc:cxnChg>
        <pc:cxnChg chg="add mod">
          <ac:chgData name="musukie52@gmail.com" userId="017bd91f96aa8751" providerId="LiveId" clId="{5B2C3894-F97E-4CAB-8812-5BB4D83AAC6A}" dt="2026-04-27T04:09:25.867" v="8040" actId="14100"/>
          <ac:cxnSpMkLst>
            <pc:docMk/>
            <pc:sldMk cId="4210404852" sldId="274"/>
            <ac:cxnSpMk id="38" creationId="{3CA23CD2-C446-030C-38AF-3046A2F8D93B}"/>
          </ac:cxnSpMkLst>
        </pc:cxnChg>
        <pc:cxnChg chg="mod">
          <ac:chgData name="musukie52@gmail.com" userId="017bd91f96aa8751" providerId="LiveId" clId="{5B2C3894-F97E-4CAB-8812-5BB4D83AAC6A}" dt="2026-04-27T03:55:39.592" v="7922" actId="1076"/>
          <ac:cxnSpMkLst>
            <pc:docMk/>
            <pc:sldMk cId="4210404852" sldId="274"/>
            <ac:cxnSpMk id="39" creationId="{FCEA14E3-23A8-D108-14D5-41AAAE88A641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3" creationId="{249F4E13-59F6-7A6A-9DC9-0ACE249AAC9E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4" creationId="{48E1D6AD-4145-A14E-185F-97187B09B322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5" creationId="{FCB89643-91AC-385A-808F-93A3B27B63B5}"/>
          </ac:cxnSpMkLst>
        </pc:cxnChg>
        <pc:cxnChg chg="add del mod">
          <ac:chgData name="musukie52@gmail.com" userId="017bd91f96aa8751" providerId="LiveId" clId="{5B2C3894-F97E-4CAB-8812-5BB4D83AAC6A}" dt="2026-04-27T04:04:02.869" v="7994" actId="478"/>
          <ac:cxnSpMkLst>
            <pc:docMk/>
            <pc:sldMk cId="4210404852" sldId="274"/>
            <ac:cxnSpMk id="46" creationId="{6B39BDC6-3FBE-BA16-EDBE-CE6791C410AD}"/>
          </ac:cxnSpMkLst>
        </pc:cxnChg>
        <pc:cxnChg chg="add mod">
          <ac:chgData name="musukie52@gmail.com" userId="017bd91f96aa8751" providerId="LiveId" clId="{5B2C3894-F97E-4CAB-8812-5BB4D83AAC6A}" dt="2026-04-27T04:05:01.878" v="8001" actId="692"/>
          <ac:cxnSpMkLst>
            <pc:docMk/>
            <pc:sldMk cId="4210404852" sldId="274"/>
            <ac:cxnSpMk id="48" creationId="{AF504FB5-E3F0-B154-BB40-89CF7E39BBF5}"/>
          </ac:cxnSpMkLst>
        </pc:cxnChg>
        <pc:cxnChg chg="add mod">
          <ac:chgData name="musukie52@gmail.com" userId="017bd91f96aa8751" providerId="LiveId" clId="{5B2C3894-F97E-4CAB-8812-5BB4D83AAC6A}" dt="2026-04-27T04:11:12.173" v="8061" actId="1037"/>
          <ac:cxnSpMkLst>
            <pc:docMk/>
            <pc:sldMk cId="4210404852" sldId="274"/>
            <ac:cxnSpMk id="50" creationId="{83C74428-6F07-48F3-6B9D-27265C717569}"/>
          </ac:cxnSpMkLst>
        </pc:cxnChg>
        <pc:cxnChg chg="add mod">
          <ac:chgData name="musukie52@gmail.com" userId="017bd91f96aa8751" providerId="LiveId" clId="{5B2C3894-F97E-4CAB-8812-5BB4D83AAC6A}" dt="2026-04-27T04:11:34.692" v="8065" actId="14100"/>
          <ac:cxnSpMkLst>
            <pc:docMk/>
            <pc:sldMk cId="4210404852" sldId="274"/>
            <ac:cxnSpMk id="54" creationId="{B8B3E0F2-543B-589B-697D-3B5D974E3037}"/>
          </ac:cxnSpMkLst>
        </pc:cxnChg>
        <pc:cxnChg chg="add mod">
          <ac:chgData name="musukie52@gmail.com" userId="017bd91f96aa8751" providerId="LiveId" clId="{5B2C3894-F97E-4CAB-8812-5BB4D83AAC6A}" dt="2026-04-27T04:11:43.357" v="8066" actId="692"/>
          <ac:cxnSpMkLst>
            <pc:docMk/>
            <pc:sldMk cId="4210404852" sldId="274"/>
            <ac:cxnSpMk id="56" creationId="{59C1D9BA-1C42-0202-7FA0-A2FF3F95A124}"/>
          </ac:cxnSpMkLst>
        </pc:cxnChg>
        <pc:cxnChg chg="add del mod">
          <ac:chgData name="musukie52@gmail.com" userId="017bd91f96aa8751" providerId="LiveId" clId="{5B2C3894-F97E-4CAB-8812-5BB4D83AAC6A}" dt="2026-04-27T04:11:59.328" v="8068" actId="478"/>
          <ac:cxnSpMkLst>
            <pc:docMk/>
            <pc:sldMk cId="4210404852" sldId="274"/>
            <ac:cxnSpMk id="61" creationId="{ECBDEEBC-B6D3-1CD0-B01D-FBC0A306E992}"/>
          </ac:cxnSpMkLst>
        </pc:cxnChg>
        <pc:cxnChg chg="add mod">
          <ac:chgData name="musukie52@gmail.com" userId="017bd91f96aa8751" providerId="LiveId" clId="{5B2C3894-F97E-4CAB-8812-5BB4D83AAC6A}" dt="2026-04-27T04:10:18.277" v="8048" actId="1076"/>
          <ac:cxnSpMkLst>
            <pc:docMk/>
            <pc:sldMk cId="4210404852" sldId="274"/>
            <ac:cxnSpMk id="66" creationId="{53ABD27E-FF4E-F9E9-8421-54BA1659F558}"/>
          </ac:cxnSpMkLst>
        </pc:cxnChg>
        <pc:cxnChg chg="add mod">
          <ac:chgData name="musukie52@gmail.com" userId="017bd91f96aa8751" providerId="LiveId" clId="{5B2C3894-F97E-4CAB-8812-5BB4D83AAC6A}" dt="2026-04-27T04:10:28.816" v="8050" actId="14100"/>
          <ac:cxnSpMkLst>
            <pc:docMk/>
            <pc:sldMk cId="4210404852" sldId="274"/>
            <ac:cxnSpMk id="67" creationId="{AF80A091-2AC0-DC12-9CFD-C3437619BCBD}"/>
          </ac:cxnSpMkLst>
        </pc:cxnChg>
        <pc:cxnChg chg="add mod">
          <ac:chgData name="musukie52@gmail.com" userId="017bd91f96aa8751" providerId="LiveId" clId="{5B2C3894-F97E-4CAB-8812-5BB4D83AAC6A}" dt="2026-04-27T04:10:18.277" v="8048" actId="1076"/>
          <ac:cxnSpMkLst>
            <pc:docMk/>
            <pc:sldMk cId="4210404852" sldId="274"/>
            <ac:cxnSpMk id="68" creationId="{23373B66-8945-7CE7-EEA9-0E1DB5EEAC2C}"/>
          </ac:cxnSpMkLst>
        </pc:cxnChg>
        <pc:cxnChg chg="add mod">
          <ac:chgData name="musukie52@gmail.com" userId="017bd91f96aa8751" providerId="LiveId" clId="{5B2C3894-F97E-4CAB-8812-5BB4D83AAC6A}" dt="2026-04-27T04:12:06.816" v="8071" actId="14100"/>
          <ac:cxnSpMkLst>
            <pc:docMk/>
            <pc:sldMk cId="4210404852" sldId="274"/>
            <ac:cxnSpMk id="82" creationId="{FDDA5A5C-7687-EC59-F6DE-27B1045D24F4}"/>
          </ac:cxnSpMkLst>
        </pc:cxnChg>
        <pc:cxnChg chg="add mod">
          <ac:chgData name="musukie52@gmail.com" userId="017bd91f96aa8751" providerId="LiveId" clId="{5B2C3894-F97E-4CAB-8812-5BB4D83AAC6A}" dt="2026-04-27T04:12:38.305" v="8079" actId="14100"/>
          <ac:cxnSpMkLst>
            <pc:docMk/>
            <pc:sldMk cId="4210404852" sldId="274"/>
            <ac:cxnSpMk id="88" creationId="{9C5EB0DA-2B72-9441-7106-332E321692F7}"/>
          </ac:cxnSpMkLst>
        </pc:cxnChg>
        <pc:cxnChg chg="add mod">
          <ac:chgData name="musukie52@gmail.com" userId="017bd91f96aa8751" providerId="LiveId" clId="{5B2C3894-F97E-4CAB-8812-5BB4D83AAC6A}" dt="2026-04-27T04:12:29.845" v="8077" actId="14100"/>
          <ac:cxnSpMkLst>
            <pc:docMk/>
            <pc:sldMk cId="4210404852" sldId="274"/>
            <ac:cxnSpMk id="89" creationId="{60360485-76D8-BBEE-F2F5-34E20127D7FA}"/>
          </ac:cxnSpMkLst>
        </pc:cxnChg>
        <pc:cxnChg chg="mod">
          <ac:chgData name="musukie52@gmail.com" userId="017bd91f96aa8751" providerId="LiveId" clId="{5B2C3894-F97E-4CAB-8812-5BB4D83AAC6A}" dt="2026-04-27T03:59:10.750" v="7945" actId="14100"/>
          <ac:cxnSpMkLst>
            <pc:docMk/>
            <pc:sldMk cId="4210404852" sldId="274"/>
            <ac:cxnSpMk id="91" creationId="{A355D5BC-B9D0-61FC-78AB-567605FA9D87}"/>
          </ac:cxnSpMkLst>
        </pc:cxnChg>
        <pc:cxnChg chg="mod">
          <ac:chgData name="musukie52@gmail.com" userId="017bd91f96aa8751" providerId="LiveId" clId="{5B2C3894-F97E-4CAB-8812-5BB4D83AAC6A}" dt="2026-04-27T04:03:13.886" v="7982" actId="1076"/>
          <ac:cxnSpMkLst>
            <pc:docMk/>
            <pc:sldMk cId="4210404852" sldId="274"/>
            <ac:cxnSpMk id="92" creationId="{E231378E-C342-5853-D71B-0EC2F4D4D21A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96" creationId="{5F932085-86A4-67B5-E279-617B1681A131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97" creationId="{92333C9A-139D-FAEC-C482-E6EA74ADE402}"/>
          </ac:cxnSpMkLst>
        </pc:cxnChg>
        <pc:cxnChg chg="del mod">
          <ac:chgData name="musukie52@gmail.com" userId="017bd91f96aa8751" providerId="LiveId" clId="{5B2C3894-F97E-4CAB-8812-5BB4D83AAC6A}" dt="2026-04-27T04:07:40.611" v="8025" actId="478"/>
          <ac:cxnSpMkLst>
            <pc:docMk/>
            <pc:sldMk cId="4210404852" sldId="274"/>
            <ac:cxnSpMk id="100" creationId="{94C26A3C-F061-A5BB-0F90-DE4DA42E5EA6}"/>
          </ac:cxnSpMkLst>
        </pc:cxnChg>
        <pc:cxnChg chg="del mod">
          <ac:chgData name="musukie52@gmail.com" userId="017bd91f96aa8751" providerId="LiveId" clId="{5B2C3894-F97E-4CAB-8812-5BB4D83AAC6A}" dt="2026-04-27T04:05:26.210" v="8002" actId="478"/>
          <ac:cxnSpMkLst>
            <pc:docMk/>
            <pc:sldMk cId="4210404852" sldId="274"/>
            <ac:cxnSpMk id="101" creationId="{0795EE6A-1D87-922F-1B8E-9661C649CA0E}"/>
          </ac:cxnSpMkLst>
        </pc:cxnChg>
        <pc:cxnChg chg="mod">
          <ac:chgData name="musukie52@gmail.com" userId="017bd91f96aa8751" providerId="LiveId" clId="{5B2C3894-F97E-4CAB-8812-5BB4D83AAC6A}" dt="2026-04-27T03:58:38.148" v="7942" actId="1076"/>
          <ac:cxnSpMkLst>
            <pc:docMk/>
            <pc:sldMk cId="4210404852" sldId="274"/>
            <ac:cxnSpMk id="114" creationId="{CE6B5652-D30B-565F-4C55-9C05F56A7E4F}"/>
          </ac:cxnSpMkLst>
        </pc:cxnChg>
      </pc:sldChg>
      <pc:sldChg chg="addSp delSp modSp new mod">
        <pc:chgData name="musukie52@gmail.com" userId="017bd91f96aa8751" providerId="LiveId" clId="{5B2C3894-F97E-4CAB-8812-5BB4D83AAC6A}" dt="2026-04-27T04:16:03.487" v="8093"/>
        <pc:sldMkLst>
          <pc:docMk/>
          <pc:sldMk cId="4266370057" sldId="275"/>
        </pc:sldMkLst>
        <pc:spChg chg="del">
          <ac:chgData name="musukie52@gmail.com" userId="017bd91f96aa8751" providerId="LiveId" clId="{5B2C3894-F97E-4CAB-8812-5BB4D83AAC6A}" dt="2026-04-27T04:16:03.140" v="8092" actId="478"/>
          <ac:spMkLst>
            <pc:docMk/>
            <pc:sldMk cId="4266370057" sldId="275"/>
            <ac:spMk id="2" creationId="{A8B052C2-6092-D0A1-71D9-F6D53F49496E}"/>
          </ac:spMkLst>
        </pc:spChg>
        <pc:spChg chg="del">
          <ac:chgData name="musukie52@gmail.com" userId="017bd91f96aa8751" providerId="LiveId" clId="{5B2C3894-F97E-4CAB-8812-5BB4D83AAC6A}" dt="2026-04-27T04:16:03.140" v="8092" actId="478"/>
          <ac:spMkLst>
            <pc:docMk/>
            <pc:sldMk cId="4266370057" sldId="275"/>
            <ac:spMk id="3" creationId="{69803D49-6F53-AD61-F5A9-3BBEDE869D96}"/>
          </ac:spMkLst>
        </pc:spChg>
        <pc:picChg chg="add mod">
          <ac:chgData name="musukie52@gmail.com" userId="017bd91f96aa8751" providerId="LiveId" clId="{5B2C3894-F97E-4CAB-8812-5BB4D83AAC6A}" dt="2026-04-27T04:16:03.487" v="8093"/>
          <ac:picMkLst>
            <pc:docMk/>
            <pc:sldMk cId="4266370057" sldId="275"/>
            <ac:picMk id="14" creationId="{175DC83A-3BFF-4B06-29C4-16E8D39D453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043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203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720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76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848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9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795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261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124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479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87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92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B58A47-987A-3A11-13D5-508DA18E1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7428" y="2820647"/>
            <a:ext cx="5087258" cy="991734"/>
          </a:xfrm>
        </p:spPr>
        <p:txBody>
          <a:bodyPr>
            <a:normAutofit/>
          </a:bodyPr>
          <a:lstStyle/>
          <a:p>
            <a:pPr algn="l"/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기획</a:t>
            </a:r>
            <a: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</a:t>
            </a:r>
            <a:b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 로직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B5500-1986-2818-C163-D77A465641FA}"/>
              </a:ext>
            </a:extLst>
          </p:cNvPr>
          <p:cNvSpPr txBox="1"/>
          <p:nvPr/>
        </p:nvSpPr>
        <p:spPr>
          <a:xfrm>
            <a:off x="1197428" y="2137341"/>
            <a:ext cx="41630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solidFill>
                  <a:srgbClr val="BF5428"/>
                </a:solidFill>
              </a:rPr>
              <a:t>Boss Skill Animation Logic Documentation</a:t>
            </a:r>
            <a:endParaRPr lang="ko-KR" altLang="en-US" sz="1500" dirty="0">
              <a:solidFill>
                <a:srgbClr val="BF542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A4811-9EA5-B59D-C5EA-A1669FC1BE67}"/>
              </a:ext>
            </a:extLst>
          </p:cNvPr>
          <p:cNvSpPr txBox="1"/>
          <p:nvPr/>
        </p:nvSpPr>
        <p:spPr>
          <a:xfrm>
            <a:off x="1197428" y="4172522"/>
            <a:ext cx="51598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애니메이션의 로직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8263443-A11C-82C8-EBA2-2D542B89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491" y="1633287"/>
            <a:ext cx="3562847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390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197497" y="812800"/>
            <a:ext cx="1620745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가방 탐색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8D1BFEB-FAE5-979B-6B90-84B7A3E32404}"/>
              </a:ext>
            </a:extLst>
          </p:cNvPr>
          <p:cNvGrpSpPr/>
          <p:nvPr/>
        </p:nvGrpSpPr>
        <p:grpSpPr>
          <a:xfrm>
            <a:off x="76925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AEDE743-758B-514C-90DA-21EC85453300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기억 재판</a:t>
              </a: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41675D4-9CC7-035B-43D7-FF99F6437C81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선택의 분기</a:t>
              </a:r>
            </a:p>
          </p:txBody>
        </p: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EA42106-79BD-D59D-7293-8818A4D368F8}"/>
              </a:ext>
            </a:extLst>
          </p:cNvPr>
          <p:cNvCxnSpPr>
            <a:cxnSpLocks/>
          </p:cNvCxnSpPr>
          <p:nvPr/>
        </p:nvCxnSpPr>
        <p:spPr>
          <a:xfrm>
            <a:off x="769257" y="2039961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53E696A-C53D-55C2-F5EE-60FBE10CACA3}"/>
              </a:ext>
            </a:extLst>
          </p:cNvPr>
          <p:cNvGrpSpPr/>
          <p:nvPr/>
        </p:nvGrpSpPr>
        <p:grpSpPr>
          <a:xfrm>
            <a:off x="357429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A15EABE-3446-3449-0206-ACC58EFDA8EE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죄의 무게</a:t>
              </a: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9516D49-6F72-2BC6-7B4A-35626F238D29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전가 불가</a:t>
              </a:r>
            </a:p>
          </p:txBody>
        </p:sp>
      </p:grp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14A4186B-46A1-28C6-0654-54D59AFA5EF1}"/>
              </a:ext>
            </a:extLst>
          </p:cNvPr>
          <p:cNvCxnSpPr>
            <a:cxnSpLocks/>
          </p:cNvCxnSpPr>
          <p:nvPr/>
        </p:nvCxnSpPr>
        <p:spPr>
          <a:xfrm>
            <a:off x="3574297" y="2039961"/>
            <a:ext cx="2073451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C941EA6-A805-6BB9-6369-3BD43A18B199}"/>
              </a:ext>
            </a:extLst>
          </p:cNvPr>
          <p:cNvGrpSpPr/>
          <p:nvPr/>
        </p:nvGrpSpPr>
        <p:grpSpPr>
          <a:xfrm>
            <a:off x="9184374" y="1598876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C59F383E-633E-D536-7592-AFA8A38E02A5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강제 선행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DFE0A0B-E2EE-99EF-6432-24B91800C77A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행동 봉인</a:t>
              </a:r>
            </a:p>
          </p:txBody>
        </p:sp>
      </p:grp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F6B43B3-6046-9C35-5DA5-3510F613961D}"/>
              </a:ext>
            </a:extLst>
          </p:cNvPr>
          <p:cNvCxnSpPr>
            <a:cxnSpLocks/>
          </p:cNvCxnSpPr>
          <p:nvPr/>
        </p:nvCxnSpPr>
        <p:spPr>
          <a:xfrm>
            <a:off x="9184374" y="2033957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A46971-563A-A96E-8A6F-97775A0DEA2F}"/>
              </a:ext>
            </a:extLst>
          </p:cNvPr>
          <p:cNvGrpSpPr/>
          <p:nvPr/>
        </p:nvGrpSpPr>
        <p:grpSpPr>
          <a:xfrm>
            <a:off x="6379336" y="1609713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727AAA32-1763-03D9-211E-D3508C6808A1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망각의 증식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97DF748-E0C9-279A-7CB1-BBE7CC17F02E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환영 폭주</a:t>
              </a:r>
            </a:p>
          </p:txBody>
        </p:sp>
      </p:grp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5947D1E6-B81A-F1A7-44EE-80F4AA4A8C8C}"/>
              </a:ext>
            </a:extLst>
          </p:cNvPr>
          <p:cNvCxnSpPr>
            <a:cxnSpLocks/>
          </p:cNvCxnSpPr>
          <p:nvPr/>
        </p:nvCxnSpPr>
        <p:spPr>
          <a:xfrm>
            <a:off x="6379336" y="2044794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94AACAC-D9EF-25C2-55E0-9CE72DC74E15}"/>
              </a:ext>
            </a:extLst>
          </p:cNvPr>
          <p:cNvSpPr/>
          <p:nvPr/>
        </p:nvSpPr>
        <p:spPr>
          <a:xfrm>
            <a:off x="769257" y="28374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전장을 </a:t>
            </a:r>
            <a:r>
              <a:rPr lang="en-US" altLang="ko-KR" sz="1500" dirty="0"/>
              <a:t>2~3</a:t>
            </a:r>
            <a:r>
              <a:rPr lang="ko-KR" altLang="en-US" sz="1500" dirty="0"/>
              <a:t>개의 </a:t>
            </a:r>
            <a:r>
              <a:rPr lang="en-US" altLang="ko-KR" sz="1500" dirty="0"/>
              <a:t>‘</a:t>
            </a:r>
            <a:r>
              <a:rPr lang="ko-KR" altLang="en-US" sz="1500" dirty="0"/>
              <a:t>과거 선택 공간</a:t>
            </a:r>
            <a:r>
              <a:rPr lang="en-US" altLang="ko-KR" sz="1500" dirty="0"/>
              <a:t>’</a:t>
            </a:r>
            <a:r>
              <a:rPr lang="ko-KR" altLang="en-US" sz="1500" dirty="0"/>
              <a:t>으로 분할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D683BBA-E064-9A31-EC96-93EC9D131BFE}"/>
              </a:ext>
            </a:extLst>
          </p:cNvPr>
          <p:cNvSpPr/>
          <p:nvPr/>
        </p:nvSpPr>
        <p:spPr>
          <a:xfrm>
            <a:off x="3574298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 </a:t>
            </a:r>
            <a:r>
              <a:rPr lang="ko-KR" altLang="en-US" sz="1500" dirty="0" err="1"/>
              <a:t>디버프</a:t>
            </a:r>
            <a:endParaRPr lang="en-US" altLang="ko-KR" sz="1500" dirty="0"/>
          </a:p>
          <a:p>
            <a:pPr algn="ctr"/>
            <a:r>
              <a:rPr lang="ko-KR" altLang="en-US" sz="1500" dirty="0"/>
              <a:t>유도 시작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0FFB4DF-11C2-B61C-6E7F-240F78477E08}"/>
              </a:ext>
            </a:extLst>
          </p:cNvPr>
          <p:cNvSpPr/>
          <p:nvPr/>
        </p:nvSpPr>
        <p:spPr>
          <a:xfrm>
            <a:off x="6379336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무시했던 선택들이</a:t>
            </a:r>
            <a:endParaRPr lang="en-US" altLang="ko-KR" sz="1500" dirty="0"/>
          </a:p>
          <a:p>
            <a:pPr algn="ctr"/>
            <a:r>
              <a:rPr lang="ko-KR" altLang="en-US" sz="1500" dirty="0"/>
              <a:t>환영으로 소환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7FFE06CF-1DC1-1AE6-E7D6-231F925D6647}"/>
              </a:ext>
            </a:extLst>
          </p:cNvPr>
          <p:cNvSpPr/>
          <p:nvPr/>
        </p:nvSpPr>
        <p:spPr>
          <a:xfrm>
            <a:off x="9184374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공격</a:t>
            </a:r>
            <a:r>
              <a:rPr lang="en-US" altLang="ko-KR" sz="1500" dirty="0"/>
              <a:t>, </a:t>
            </a:r>
            <a:r>
              <a:rPr lang="ko-KR" altLang="en-US" sz="1500" dirty="0"/>
              <a:t>회피 등</a:t>
            </a:r>
            <a:r>
              <a:rPr lang="en-US" altLang="ko-KR" sz="1500" dirty="0"/>
              <a:t>) </a:t>
            </a:r>
            <a:r>
              <a:rPr lang="ko-KR" altLang="en-US" sz="1500" dirty="0"/>
              <a:t>봉인 시전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5259CB5-35A6-880C-00D3-C500A066C1BF}"/>
              </a:ext>
            </a:extLst>
          </p:cNvPr>
          <p:cNvSpPr/>
          <p:nvPr/>
        </p:nvSpPr>
        <p:spPr>
          <a:xfrm>
            <a:off x="769257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각</a:t>
            </a:r>
            <a:r>
              <a:rPr lang="en-US" altLang="ko-KR" sz="1500" dirty="0"/>
              <a:t> </a:t>
            </a:r>
            <a:r>
              <a:rPr lang="ko-KR" altLang="en-US" sz="1500" dirty="0"/>
              <a:t>공간별</a:t>
            </a:r>
            <a:endParaRPr lang="en-US" altLang="ko-KR" sz="1500" dirty="0"/>
          </a:p>
          <a:p>
            <a:pPr algn="ctr"/>
            <a:r>
              <a:rPr lang="ko-KR" altLang="en-US" sz="1500" dirty="0"/>
              <a:t>다른 행동 요구 발동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D379713-78F1-34B5-C281-BFA144460D5A}"/>
              </a:ext>
            </a:extLst>
          </p:cNvPr>
          <p:cNvSpPr/>
          <p:nvPr/>
        </p:nvSpPr>
        <p:spPr>
          <a:xfrm>
            <a:off x="3574298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시간에 비례하여</a:t>
            </a:r>
            <a:endParaRPr lang="en-US" altLang="ko-KR" sz="1500" dirty="0"/>
          </a:p>
          <a:p>
            <a:pPr algn="ctr"/>
            <a:r>
              <a:rPr lang="ko-KR" altLang="en-US" sz="1500" dirty="0"/>
              <a:t>압박 누적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FBED50B2-5D6D-63FF-F819-182543341AB0}"/>
              </a:ext>
            </a:extLst>
          </p:cNvPr>
          <p:cNvSpPr/>
          <p:nvPr/>
        </p:nvSpPr>
        <p:spPr>
          <a:xfrm>
            <a:off x="6379336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일정 수 초과 시</a:t>
            </a:r>
            <a:endParaRPr lang="en-US" altLang="ko-KR" sz="1500" dirty="0"/>
          </a:p>
          <a:p>
            <a:pPr algn="ctr"/>
            <a:r>
              <a:rPr lang="ko-KR" altLang="en-US" sz="1500" dirty="0" err="1"/>
              <a:t>즉사급</a:t>
            </a:r>
            <a:r>
              <a:rPr lang="ko-KR" altLang="en-US" sz="1500" dirty="0"/>
              <a:t> 패턴 발동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73585629-EDF8-718E-9496-F6994CC9C111}"/>
              </a:ext>
            </a:extLst>
          </p:cNvPr>
          <p:cNvSpPr/>
          <p:nvPr/>
        </p:nvSpPr>
        <p:spPr>
          <a:xfrm>
            <a:off x="9184374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입력 제한</a:t>
            </a:r>
            <a:endParaRPr lang="en-US" altLang="ko-KR" sz="1500" dirty="0"/>
          </a:p>
          <a:p>
            <a:pPr algn="ctr"/>
            <a:r>
              <a:rPr lang="ko-KR" altLang="en-US" sz="1500" dirty="0"/>
              <a:t>패턴 발동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862E0C0-8FC1-00B1-CFAC-5FB80DD027BF}"/>
              </a:ext>
            </a:extLst>
          </p:cNvPr>
          <p:cNvSpPr/>
          <p:nvPr/>
        </p:nvSpPr>
        <p:spPr>
          <a:xfrm>
            <a:off x="769257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공간 통합 및</a:t>
            </a:r>
            <a:endParaRPr lang="en-US" altLang="ko-KR" sz="1500" dirty="0"/>
          </a:p>
          <a:p>
            <a:pPr algn="ctr"/>
            <a:r>
              <a:rPr lang="ko-KR" altLang="en-US" sz="1500" dirty="0"/>
              <a:t>후속 행동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6DA7C322-8CC5-7472-FCBA-AAF4DC25B164}"/>
              </a:ext>
            </a:extLst>
          </p:cNvPr>
          <p:cNvSpPr/>
          <p:nvPr/>
        </p:nvSpPr>
        <p:spPr>
          <a:xfrm>
            <a:off x="3574298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성소 충돌 등</a:t>
            </a:r>
            <a:r>
              <a:rPr lang="en-US" altLang="ko-KR" sz="1500" dirty="0"/>
              <a:t>)</a:t>
            </a:r>
            <a:r>
              <a:rPr lang="ko-KR" altLang="en-US" sz="1500" dirty="0"/>
              <a:t>으로 구슬 파괴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62D3311D-C7A5-C767-AB26-D3D0F02C37E6}"/>
              </a:ext>
            </a:extLst>
          </p:cNvPr>
          <p:cNvSpPr/>
          <p:nvPr/>
        </p:nvSpPr>
        <p:spPr>
          <a:xfrm>
            <a:off x="6379336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관리형 패턴 종료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8A08FE4A-57BC-FE0D-76BC-9C859898B218}"/>
              </a:ext>
            </a:extLst>
          </p:cNvPr>
          <p:cNvSpPr/>
          <p:nvPr/>
        </p:nvSpPr>
        <p:spPr>
          <a:xfrm>
            <a:off x="9184374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/>
              <a:t>봉인 해제</a:t>
            </a:r>
            <a:endParaRPr lang="ko-KR" altLang="en-US" sz="1500" dirty="0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7268978C-4CD1-3224-93F0-CD80FEF96171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012E3222-1234-AC86-8BBA-42826E976C56}"/>
              </a:ext>
            </a:extLst>
          </p:cNvPr>
          <p:cNvCxnSpPr>
            <a:cxnSpLocks/>
          </p:cNvCxnSpPr>
          <p:nvPr/>
        </p:nvCxnSpPr>
        <p:spPr>
          <a:xfrm>
            <a:off x="5964326" y="1214309"/>
            <a:ext cx="0" cy="190038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93B1C988-9399-5FBD-FCBD-26C1207BB8DA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8443430" cy="0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1C39DE30-FBE4-9169-FAA3-960F52C840FA}"/>
              </a:ext>
            </a:extLst>
          </p:cNvPr>
          <p:cNvCxnSpPr>
            <a:cxnSpLocks/>
          </p:cNvCxnSpPr>
          <p:nvPr/>
        </p:nvCxnSpPr>
        <p:spPr>
          <a:xfrm>
            <a:off x="4617701" y="1404346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4CA5C429-BE9E-A53D-3400-5FEC6E92A512}"/>
              </a:ext>
            </a:extLst>
          </p:cNvPr>
          <p:cNvCxnSpPr>
            <a:cxnSpLocks/>
          </p:cNvCxnSpPr>
          <p:nvPr/>
        </p:nvCxnSpPr>
        <p:spPr>
          <a:xfrm>
            <a:off x="7433187" y="1415184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0ED8825D-39AF-11AD-ADDF-D6447A8BF5D2}"/>
              </a:ext>
            </a:extLst>
          </p:cNvPr>
          <p:cNvCxnSpPr>
            <a:cxnSpLocks/>
          </p:cNvCxnSpPr>
          <p:nvPr/>
        </p:nvCxnSpPr>
        <p:spPr>
          <a:xfrm>
            <a:off x="10249412" y="1404345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5C882C27-47DE-044C-2BD6-F01F45EC1FB6}"/>
              </a:ext>
            </a:extLst>
          </p:cNvPr>
          <p:cNvCxnSpPr>
            <a:cxnSpLocks/>
            <a:endCxn id="62" idx="0"/>
          </p:cNvCxnSpPr>
          <p:nvPr/>
        </p:nvCxnSpPr>
        <p:spPr>
          <a:xfrm>
            <a:off x="1805982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4847923-16FC-FAE4-1DE6-75A45BC5C05E}"/>
              </a:ext>
            </a:extLst>
          </p:cNvPr>
          <p:cNvCxnSpPr>
            <a:cxnSpLocks/>
          </p:cNvCxnSpPr>
          <p:nvPr/>
        </p:nvCxnSpPr>
        <p:spPr>
          <a:xfrm>
            <a:off x="1805982" y="3832188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1A644BA-8B17-B904-6253-F5F2EECF5312}"/>
              </a:ext>
            </a:extLst>
          </p:cNvPr>
          <p:cNvCxnSpPr>
            <a:cxnSpLocks/>
          </p:cNvCxnSpPr>
          <p:nvPr/>
        </p:nvCxnSpPr>
        <p:spPr>
          <a:xfrm>
            <a:off x="1805982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03EB0AB-F71F-0B48-F949-8CFC6E32F6CD}"/>
              </a:ext>
            </a:extLst>
          </p:cNvPr>
          <p:cNvCxnSpPr>
            <a:cxnSpLocks/>
          </p:cNvCxnSpPr>
          <p:nvPr/>
        </p:nvCxnSpPr>
        <p:spPr>
          <a:xfrm>
            <a:off x="4617701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DB7F5955-B0EA-655A-2D46-27D985C9134C}"/>
              </a:ext>
            </a:extLst>
          </p:cNvPr>
          <p:cNvCxnSpPr>
            <a:cxnSpLocks/>
          </p:cNvCxnSpPr>
          <p:nvPr/>
        </p:nvCxnSpPr>
        <p:spPr>
          <a:xfrm>
            <a:off x="4617701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9C6E1CBE-8109-490C-F870-7160D892D170}"/>
              </a:ext>
            </a:extLst>
          </p:cNvPr>
          <p:cNvCxnSpPr>
            <a:cxnSpLocks/>
          </p:cNvCxnSpPr>
          <p:nvPr/>
        </p:nvCxnSpPr>
        <p:spPr>
          <a:xfrm>
            <a:off x="4617743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38BBB29E-5FD4-36DF-6907-246DA1710360}"/>
              </a:ext>
            </a:extLst>
          </p:cNvPr>
          <p:cNvCxnSpPr>
            <a:cxnSpLocks/>
          </p:cNvCxnSpPr>
          <p:nvPr/>
        </p:nvCxnSpPr>
        <p:spPr>
          <a:xfrm>
            <a:off x="7433187" y="251327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D9A624F-3274-5D69-1A0D-CF7DBE09DA8E}"/>
              </a:ext>
            </a:extLst>
          </p:cNvPr>
          <p:cNvCxnSpPr>
            <a:cxnSpLocks/>
          </p:cNvCxnSpPr>
          <p:nvPr/>
        </p:nvCxnSpPr>
        <p:spPr>
          <a:xfrm>
            <a:off x="7433187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0482A638-17B7-3070-D52E-7429ECEB571C}"/>
              </a:ext>
            </a:extLst>
          </p:cNvPr>
          <p:cNvCxnSpPr>
            <a:cxnSpLocks/>
          </p:cNvCxnSpPr>
          <p:nvPr/>
        </p:nvCxnSpPr>
        <p:spPr>
          <a:xfrm>
            <a:off x="7433187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D2FC0060-D45F-845A-50D6-A4FB49CD9668}"/>
              </a:ext>
            </a:extLst>
          </p:cNvPr>
          <p:cNvCxnSpPr>
            <a:cxnSpLocks/>
          </p:cNvCxnSpPr>
          <p:nvPr/>
        </p:nvCxnSpPr>
        <p:spPr>
          <a:xfrm>
            <a:off x="10249412" y="248514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4434CF0-D663-70CE-C993-7096015E1164}"/>
              </a:ext>
            </a:extLst>
          </p:cNvPr>
          <p:cNvCxnSpPr>
            <a:cxnSpLocks/>
          </p:cNvCxnSpPr>
          <p:nvPr/>
        </p:nvCxnSpPr>
        <p:spPr>
          <a:xfrm>
            <a:off x="10249412" y="383218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B0F0035E-EE31-5EE2-0850-D5F4FCD40651}"/>
              </a:ext>
            </a:extLst>
          </p:cNvPr>
          <p:cNvCxnSpPr>
            <a:cxnSpLocks/>
          </p:cNvCxnSpPr>
          <p:nvPr/>
        </p:nvCxnSpPr>
        <p:spPr>
          <a:xfrm>
            <a:off x="10249412" y="516193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129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1583102"/>
            <a:ext cx="1541146" cy="1511300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대기</a:t>
            </a:r>
            <a:endParaRPr lang="en-US" altLang="ko-KR" sz="1500" dirty="0"/>
          </a:p>
          <a:p>
            <a:pPr algn="ctr"/>
            <a:r>
              <a:rPr lang="ko-KR" altLang="en-US" sz="1500" dirty="0"/>
              <a:t>낙서</a:t>
            </a:r>
            <a:endParaRPr lang="en-US" altLang="ko-KR" sz="1500" dirty="0"/>
          </a:p>
          <a:p>
            <a:pPr algn="ctr"/>
            <a:endParaRPr lang="en-US" altLang="ko-KR" sz="1500" dirty="0"/>
          </a:p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/>
              <a:t>주변 물건 탐색</a:t>
            </a:r>
            <a:endParaRPr lang="en-US" altLang="ko-KR" sz="1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8624" y="1304196"/>
            <a:ext cx="757672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생성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130419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/>
              <a:t>비전투</a:t>
            </a:r>
            <a:endParaRPr lang="ko-KR" altLang="en-US" sz="1500" dirty="0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4096642"/>
            <a:ext cx="1541146" cy="1998298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대기</a:t>
            </a:r>
            <a:endParaRPr lang="en-US" altLang="ko-KR" sz="1500" dirty="0"/>
          </a:p>
          <a:p>
            <a:pPr algn="ctr"/>
            <a:r>
              <a:rPr lang="ko-KR" altLang="en-US" sz="1500" dirty="0"/>
              <a:t>비웃음 </a:t>
            </a:r>
            <a:r>
              <a:rPr lang="en-US" altLang="ko-KR" sz="1500" dirty="0"/>
              <a:t>/ </a:t>
            </a:r>
            <a:r>
              <a:rPr lang="ko-KR" altLang="en-US" sz="1500" dirty="0"/>
              <a:t>노려봄</a:t>
            </a:r>
            <a:endParaRPr lang="en-US" altLang="ko-KR" sz="1500" dirty="0"/>
          </a:p>
          <a:p>
            <a:pPr algn="ctr"/>
            <a:endParaRPr lang="en-US" altLang="ko-KR" sz="1500" dirty="0"/>
          </a:p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 err="1"/>
              <a:t>어깨빵</a:t>
            </a:r>
            <a:endParaRPr lang="en-US" altLang="ko-KR" sz="1500" dirty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381773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전투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415199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연필 찌르기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공책 휘두르기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지우개 투척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660944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기본 공격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726918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밀치기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붙잡기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err="1">
                <a:solidFill>
                  <a:srgbClr val="FFFFFF"/>
                </a:solidFill>
              </a:rPr>
              <a:t>막나가기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972663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스킬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7945637" y="1582078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주춤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넘어짐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무너짐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8191382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반응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09183" y="1582078"/>
            <a:ext cx="1541146" cy="157388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시비 시작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균형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제압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754928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연출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3765558" y="3434873"/>
            <a:ext cx="7448542" cy="2660067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038637" y="4518629"/>
            <a:ext cx="1541146" cy="1135722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>
                <a:solidFill>
                  <a:srgbClr val="FFFFFF"/>
                </a:solidFill>
              </a:rPr>
              <a:t>휘청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회피 반격 허용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284382" y="423972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추가 동작</a:t>
            </a:r>
          </a:p>
        </p:txBody>
      </p:sp>
      <p:cxnSp>
        <p:nvCxnSpPr>
          <p:cNvPr id="4" name="직선 화살표 연결선 3"/>
          <p:cNvCxnSpPr>
            <a:stCxn id="57" idx="2"/>
            <a:endCxn id="70" idx="0"/>
          </p:cNvCxnSpPr>
          <p:nvPr/>
        </p:nvCxnSpPr>
        <p:spPr>
          <a:xfrm>
            <a:off x="2518699" y="3094402"/>
            <a:ext cx="0" cy="723334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/>
          <p:cNvCxnSpPr/>
          <p:nvPr/>
        </p:nvCxnSpPr>
        <p:spPr>
          <a:xfrm flipH="1">
            <a:off x="3314674" y="5136766"/>
            <a:ext cx="450884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520726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5202124" y="3688080"/>
            <a:ext cx="4621591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/>
          <p:cNvCxnSpPr/>
          <p:nvPr/>
        </p:nvCxnSpPr>
        <p:spPr>
          <a:xfrm>
            <a:off x="748691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/>
          <p:nvPr/>
        </p:nvCxnSpPr>
        <p:spPr>
          <a:xfrm>
            <a:off x="9823715" y="3688080"/>
            <a:ext cx="0" cy="537333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/>
          <p:nvPr/>
        </p:nvCxnSpPr>
        <p:spPr>
          <a:xfrm>
            <a:off x="6300511" y="3155967"/>
            <a:ext cx="0" cy="27890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8738911" y="3150747"/>
            <a:ext cx="0" cy="28412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 flipH="1">
            <a:off x="7050329" y="2171700"/>
            <a:ext cx="894324" cy="0"/>
          </a:xfrm>
          <a:prstGeom prst="straightConnector1">
            <a:avLst/>
          </a:prstGeom>
          <a:ln w="1270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/>
          <p:cNvCxnSpPr>
            <a:stCxn id="51" idx="1"/>
            <a:endCxn id="11" idx="3"/>
          </p:cNvCxnSpPr>
          <p:nvPr/>
        </p:nvCxnSpPr>
        <p:spPr>
          <a:xfrm flipH="1">
            <a:off x="1316296" y="1497617"/>
            <a:ext cx="677575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23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EE79C-76D1-C4CD-B430-BBFAAE141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B8EFA6-365E-2463-3312-CECD673258BF}"/>
              </a:ext>
            </a:extLst>
          </p:cNvPr>
          <p:cNvGraphicFramePr>
            <a:graphicFrameLocks noGrp="1"/>
          </p:cNvGraphicFramePr>
          <p:nvPr/>
        </p:nvGraphicFramePr>
        <p:xfrm>
          <a:off x="616347" y="1125975"/>
          <a:ext cx="10994465" cy="54784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13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41387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3198058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817843">
                  <a:extLst>
                    <a:ext uri="{9D8B030D-6E8A-4147-A177-3AD203B41FA5}">
                      <a16:colId xmlns:a16="http://schemas.microsoft.com/office/drawing/2014/main" val="850404314"/>
                    </a:ext>
                  </a:extLst>
                </a:gridCol>
                <a:gridCol w="1824577">
                  <a:extLst>
                    <a:ext uri="{9D8B030D-6E8A-4147-A177-3AD203B41FA5}">
                      <a16:colId xmlns:a16="http://schemas.microsoft.com/office/drawing/2014/main" val="2355288905"/>
                    </a:ext>
                  </a:extLst>
                </a:gridCol>
                <a:gridCol w="1864973">
                  <a:extLst>
                    <a:ext uri="{9D8B030D-6E8A-4147-A177-3AD203B41FA5}">
                      <a16:colId xmlns:a16="http://schemas.microsoft.com/office/drawing/2014/main" val="295412163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괜찮은척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고통을 숨기고 완벽한 친절을 연기하는 강박적 모션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거친 숨을 고르며 자세를 바로잡음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입꼬리를 억지로 올리며 미소를 지음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떨리는 손을 뒤로 숨기며 시선을 피함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비켜주기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타인을 위해 자신을 낮추는 배려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다수의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가 다가올 때 길을 터줌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숙여 양보하며 길을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열어둠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지나간 후 조용히 제자리로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자아 마모도가 높아져 한계에 다다른 상태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몸이 무거워지며 어깨가 크게 처짐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발을 질질 끌며 이동 속도가 매우 느려짐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가끔 멈춰 서서 가슴을 부여잡고 통증을 느낌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위령의 포옹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된 옛 친구에게 안식을 주는 비극적 연출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괴로운 표정으로 타겟에게 접근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죽어가는 몬스터를 따뜻하게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안아줌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소멸한 자리에 머물다 서서히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일어남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재판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과거의 기억을 환영으로 구현해 공간을 분할함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비눗방울을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불어 공간의 환영 생성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전장 분할 후 작은 방울들을 터뜨림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방울을 손바닥으로 내려쳐 파괴하며 종료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망각의 증식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자장가로 타인을 현실로부터 도피시키는 주술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수면잠옷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환복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후 요정봉으로 자장가 연주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수면 상태의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에게 주술을 거는 동작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대상 변이 확인 후 잠옷과 도구 정리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7D5241-6F8B-F7D6-1361-183A06DF94DF}"/>
              </a:ext>
            </a:extLst>
          </p:cNvPr>
          <p:cNvSpPr txBox="1"/>
          <p:nvPr/>
        </p:nvSpPr>
        <p:spPr>
          <a:xfrm>
            <a:off x="616347" y="369518"/>
            <a:ext cx="109932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명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세부 사항 약간 수정 필요</a:t>
            </a:r>
            <a:endParaRPr lang="ko-KR" altLang="en-US" sz="3000" dirty="0">
              <a:solidFill>
                <a:srgbClr val="F8F9FA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059187A-CBA0-5B9A-F673-311272A05F76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72FFEE0-C813-A99D-E163-B282DB0A5663}"/>
              </a:ext>
            </a:extLst>
          </p:cNvPr>
          <p:cNvCxnSpPr>
            <a:cxnSpLocks/>
          </p:cNvCxnSpPr>
          <p:nvPr/>
        </p:nvCxnSpPr>
        <p:spPr>
          <a:xfrm>
            <a:off x="1501775" y="2374039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3D65DBD-A305-1E5B-2769-EDE7DE6ED557}"/>
              </a:ext>
            </a:extLst>
          </p:cNvPr>
          <p:cNvCxnSpPr>
            <a:cxnSpLocks/>
          </p:cNvCxnSpPr>
          <p:nvPr/>
        </p:nvCxnSpPr>
        <p:spPr>
          <a:xfrm>
            <a:off x="1491853" y="3221479"/>
            <a:ext cx="10118958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F016C68-32CA-CFDD-8943-8986D68D7D24}"/>
              </a:ext>
            </a:extLst>
          </p:cNvPr>
          <p:cNvCxnSpPr>
            <a:cxnSpLocks/>
          </p:cNvCxnSpPr>
          <p:nvPr/>
        </p:nvCxnSpPr>
        <p:spPr>
          <a:xfrm>
            <a:off x="616347" y="491230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A4A24E-8648-AB02-F119-0A46B196D3EF}"/>
              </a:ext>
            </a:extLst>
          </p:cNvPr>
          <p:cNvCxnSpPr>
            <a:cxnSpLocks/>
          </p:cNvCxnSpPr>
          <p:nvPr/>
        </p:nvCxnSpPr>
        <p:spPr>
          <a:xfrm>
            <a:off x="616347" y="406775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B81486F-50FF-3C7C-C596-0474ECBA32FB}"/>
              </a:ext>
            </a:extLst>
          </p:cNvPr>
          <p:cNvCxnSpPr>
            <a:cxnSpLocks/>
          </p:cNvCxnSpPr>
          <p:nvPr/>
        </p:nvCxnSpPr>
        <p:spPr>
          <a:xfrm>
            <a:off x="1500584" y="5757510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E3012C7-A68A-E93A-19F5-D0D30F9ED367}"/>
              </a:ext>
            </a:extLst>
          </p:cNvPr>
          <p:cNvCxnSpPr>
            <a:cxnSpLocks/>
          </p:cNvCxnSpPr>
          <p:nvPr/>
        </p:nvCxnSpPr>
        <p:spPr>
          <a:xfrm>
            <a:off x="616347" y="660386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9006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A1DCAEA-82C6-EC3A-C921-641A3513F6AA}"/>
              </a:ext>
            </a:extLst>
          </p:cNvPr>
          <p:cNvGraphicFramePr>
            <a:graphicFrameLocks noGrp="1"/>
          </p:cNvGraphicFramePr>
          <p:nvPr/>
        </p:nvGraphicFramePr>
        <p:xfrm>
          <a:off x="616346" y="1125975"/>
          <a:ext cx="10993274" cy="5469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7721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2404104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57932106"/>
                    </a:ext>
                  </a:extLst>
                </a:gridCol>
                <a:gridCol w="1596572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471391">
                  <a:extLst>
                    <a:ext uri="{9D8B030D-6E8A-4147-A177-3AD203B41FA5}">
                      <a16:colId xmlns:a16="http://schemas.microsoft.com/office/drawing/2014/main" val="2511473805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원거리에서 구체를 날려 주인공의 심리를 위축시키는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견제기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방향 예고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전조 알림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생성 및 발사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가능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가속 및 타격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불가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타격 성공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찬스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모션으로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다가오는 주인공을 매정하게 밀쳐내 거리를 벌림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왼손을 뒤로 크게 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손바닥에 어두운 기운이 서림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왼손으로 적을 강하게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밀쳐냄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밀려나며 공격 판정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무게중심 이동 및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내려쳐 주인공이 발붙일 곳을 없애는 광범위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양손을 머리 위로 높게 들어 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에너지를 응집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손에 이펙트 집중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강하게 내려쳐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 먼지 효과 및 타격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손을 크게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휘저으며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자세 가다듬음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임계점을 넘어 내면의 어두운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본습이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완전히 드러나는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머리를 붙잡고 고개를 깊게 숙임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신음하며 몸이 공중으로 떠오름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이마가 갈라지며 세 번째 눈 개안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강력한 파동과 함께 변신 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새로운 위압적 대기 포즈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도발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주인공의 발버둥을 가소롭다는 듯 가련하게 여기는 행동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기본 대기 모션에서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플레이어를 향해 가소롭다는 손짓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어깨를 들썩이며 비웃는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짧은 무적 판정과 함께 연출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상태로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승리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자아도취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주인공을 완전히 무너뜨린 후 느끼는 광기 어린 기쁨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모든 플레이어 사망 확인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자신의 손을 보며 힘의 강함에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화면 전체에 어두운 아우라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오만한 포즈로 승리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연출 종료 시까지 모션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616347" y="369518"/>
            <a:ext cx="1080639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바꿔서 수정 필요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33BEFE1-EDFA-07B1-9CD5-569E33B83E47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72A0350-934E-A9B7-631E-FFBECFCCAF82}"/>
              </a:ext>
            </a:extLst>
          </p:cNvPr>
          <p:cNvCxnSpPr>
            <a:cxnSpLocks/>
          </p:cNvCxnSpPr>
          <p:nvPr/>
        </p:nvCxnSpPr>
        <p:spPr>
          <a:xfrm>
            <a:off x="616346" y="2366893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9BCC6CA-A502-63DE-0A92-83833E662231}"/>
              </a:ext>
            </a:extLst>
          </p:cNvPr>
          <p:cNvCxnSpPr>
            <a:cxnSpLocks/>
          </p:cNvCxnSpPr>
          <p:nvPr/>
        </p:nvCxnSpPr>
        <p:spPr>
          <a:xfrm>
            <a:off x="616346" y="3213142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10FFEA4-DFB0-C6B8-2D07-84D9DD2221C3}"/>
              </a:ext>
            </a:extLst>
          </p:cNvPr>
          <p:cNvCxnSpPr>
            <a:cxnSpLocks/>
          </p:cNvCxnSpPr>
          <p:nvPr/>
        </p:nvCxnSpPr>
        <p:spPr>
          <a:xfrm>
            <a:off x="616347" y="490396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1AFC349-4F76-4C43-0FB9-E0686511B751}"/>
              </a:ext>
            </a:extLst>
          </p:cNvPr>
          <p:cNvCxnSpPr>
            <a:cxnSpLocks/>
          </p:cNvCxnSpPr>
          <p:nvPr/>
        </p:nvCxnSpPr>
        <p:spPr>
          <a:xfrm>
            <a:off x="616347" y="4057036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233AAB3-7D6F-0423-1A26-F07123AB1B31}"/>
              </a:ext>
            </a:extLst>
          </p:cNvPr>
          <p:cNvCxnSpPr>
            <a:cxnSpLocks/>
          </p:cNvCxnSpPr>
          <p:nvPr/>
        </p:nvCxnSpPr>
        <p:spPr>
          <a:xfrm>
            <a:off x="616346" y="5749173"/>
            <a:ext cx="1099327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4B702C2-085D-DD28-1F7E-06A4DBD1C951}"/>
              </a:ext>
            </a:extLst>
          </p:cNvPr>
          <p:cNvCxnSpPr>
            <a:cxnSpLocks/>
          </p:cNvCxnSpPr>
          <p:nvPr/>
        </p:nvCxnSpPr>
        <p:spPr>
          <a:xfrm>
            <a:off x="616347" y="659552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92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950175" y="659804"/>
            <a:ext cx="1080639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구체화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컨셉에 맞게 스킬 만들기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잘 어울리는 지 확인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임팩트 있게 수정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게임 화면 생각해보기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err="1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쯔꾸르에서</a:t>
            </a:r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장르 변경 고민하기</a:t>
            </a:r>
          </a:p>
        </p:txBody>
      </p:sp>
    </p:spTree>
    <p:extLst>
      <p:ext uri="{BB962C8B-B14F-4D97-AF65-F5344CB8AC3E}">
        <p14:creationId xmlns:p14="http://schemas.microsoft.com/office/powerpoint/2010/main" val="800329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6F08D-BED7-EFA4-9D4E-39FE2830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직사각형 68">
            <a:extLst>
              <a:ext uri="{FF2B5EF4-FFF2-40B4-BE49-F238E27FC236}">
                <a16:creationId xmlns:a16="http://schemas.microsoft.com/office/drawing/2014/main" id="{A0FB0078-3B22-49B1-1E83-DCE99298BBB1}"/>
              </a:ext>
            </a:extLst>
          </p:cNvPr>
          <p:cNvSpPr/>
          <p:nvPr/>
        </p:nvSpPr>
        <p:spPr>
          <a:xfrm>
            <a:off x="1129956" y="1582078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B5C0B38-01DB-74AE-2C1A-A58380293483}"/>
              </a:ext>
            </a:extLst>
          </p:cNvPr>
          <p:cNvSpPr/>
          <p:nvPr/>
        </p:nvSpPr>
        <p:spPr>
          <a:xfrm>
            <a:off x="1129956" y="4071271"/>
            <a:ext cx="1541146" cy="202366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측면 이동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돌진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7215F-8B5B-BC4F-A4EE-7A509B152F51}"/>
              </a:ext>
            </a:extLst>
          </p:cNvPr>
          <p:cNvSpPr txBox="1"/>
          <p:nvPr/>
        </p:nvSpPr>
        <p:spPr>
          <a:xfrm>
            <a:off x="309654" y="366311"/>
            <a:ext cx="5199529" cy="723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393ECD-E88A-0F32-B21C-A54F9EA5E970}"/>
              </a:ext>
            </a:extLst>
          </p:cNvPr>
          <p:cNvSpPr/>
          <p:nvPr/>
        </p:nvSpPr>
        <p:spPr>
          <a:xfrm>
            <a:off x="236374" y="1304196"/>
            <a:ext cx="757672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생성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A637E84-0794-8975-0377-205DA0E4F231}"/>
              </a:ext>
            </a:extLst>
          </p:cNvPr>
          <p:cNvSpPr/>
          <p:nvPr/>
        </p:nvSpPr>
        <p:spPr>
          <a:xfrm>
            <a:off x="1265866" y="130419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 err="1"/>
              <a:t>비전투</a:t>
            </a:r>
            <a:endParaRPr lang="ko-KR" altLang="en-US" sz="1500" dirty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0CD617AA-5CA7-C846-6C86-3DB845DE18A6}"/>
              </a:ext>
            </a:extLst>
          </p:cNvPr>
          <p:cNvSpPr/>
          <p:nvPr/>
        </p:nvSpPr>
        <p:spPr>
          <a:xfrm>
            <a:off x="1265866" y="381773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전투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D92A9C2A-DF39-580D-4808-08D0C511B619}"/>
              </a:ext>
            </a:extLst>
          </p:cNvPr>
          <p:cNvSpPr/>
          <p:nvPr/>
        </p:nvSpPr>
        <p:spPr>
          <a:xfrm>
            <a:off x="3172484" y="4798977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기본 공격 </a:t>
            </a:r>
            <a:r>
              <a:rPr lang="en-US" altLang="ko-KR" sz="1500" dirty="0">
                <a:solidFill>
                  <a:srgbClr val="FFFFFF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기본 공격 </a:t>
            </a:r>
            <a:r>
              <a:rPr lang="en-US" altLang="ko-KR" sz="1500" dirty="0">
                <a:solidFill>
                  <a:srgbClr val="FFFFFF"/>
                </a:solidFill>
              </a:rPr>
              <a:t>2</a:t>
            </a: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연속 공격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15F5949-1AE5-E8DE-4D1D-5AD93F19F557}"/>
              </a:ext>
            </a:extLst>
          </p:cNvPr>
          <p:cNvSpPr/>
          <p:nvPr/>
        </p:nvSpPr>
        <p:spPr>
          <a:xfrm>
            <a:off x="3308394" y="4520071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기본 공격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EB2A1D9D-5F4D-139A-7E99-FBFA1FC53262}"/>
              </a:ext>
            </a:extLst>
          </p:cNvPr>
          <p:cNvSpPr/>
          <p:nvPr/>
        </p:nvSpPr>
        <p:spPr>
          <a:xfrm>
            <a:off x="4981618" y="4798977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손 뻗기 실패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균열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점멸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환영 소환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0C8BF4D-25A0-6970-137E-EC8ED8F1596D}"/>
              </a:ext>
            </a:extLst>
          </p:cNvPr>
          <p:cNvSpPr/>
          <p:nvPr/>
        </p:nvSpPr>
        <p:spPr>
          <a:xfrm>
            <a:off x="5117528" y="4520071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스킬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63B2214D-0051-70EA-AA3A-2752F1283506}"/>
              </a:ext>
            </a:extLst>
          </p:cNvPr>
          <p:cNvSpPr/>
          <p:nvPr/>
        </p:nvSpPr>
        <p:spPr>
          <a:xfrm>
            <a:off x="9836906" y="4938898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페이즈</a:t>
            </a:r>
            <a:r>
              <a:rPr lang="ko-KR" altLang="en-US" sz="1500" dirty="0">
                <a:solidFill>
                  <a:srgbClr val="FFFFFF"/>
                </a:solidFill>
              </a:rPr>
              <a:t> 전환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사망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정화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0093E59-BC69-413F-2AC8-33C26E752B2D}"/>
              </a:ext>
            </a:extLst>
          </p:cNvPr>
          <p:cNvSpPr/>
          <p:nvPr/>
        </p:nvSpPr>
        <p:spPr>
          <a:xfrm>
            <a:off x="9972816" y="4659992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연출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24A7B9A-B41C-543F-0497-73EA08937BB9}"/>
              </a:ext>
            </a:extLst>
          </p:cNvPr>
          <p:cNvSpPr/>
          <p:nvPr/>
        </p:nvSpPr>
        <p:spPr>
          <a:xfrm>
            <a:off x="10298096" y="1448529"/>
            <a:ext cx="1541146" cy="157388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스턴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정신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인간성 동요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플래시백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0748C073-7E6F-4C50-0F36-95A160EC4ECE}"/>
              </a:ext>
            </a:extLst>
          </p:cNvPr>
          <p:cNvSpPr/>
          <p:nvPr/>
        </p:nvSpPr>
        <p:spPr>
          <a:xfrm>
            <a:off x="10434006" y="116962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7BC2E9-69F4-CA72-CE7B-22B8F564937E}"/>
              </a:ext>
            </a:extLst>
          </p:cNvPr>
          <p:cNvSpPr/>
          <p:nvPr/>
        </p:nvSpPr>
        <p:spPr>
          <a:xfrm>
            <a:off x="2989943" y="3908643"/>
            <a:ext cx="5524496" cy="2598924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4F6DA32-3BCA-6C95-544B-277AC5A23F38}"/>
              </a:ext>
            </a:extLst>
          </p:cNvPr>
          <p:cNvSpPr/>
          <p:nvPr/>
        </p:nvSpPr>
        <p:spPr>
          <a:xfrm>
            <a:off x="6790752" y="4794621"/>
            <a:ext cx="1541146" cy="637920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도발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1BAA9415-6A2E-3A19-4E9B-11C4B5B88D33}"/>
              </a:ext>
            </a:extLst>
          </p:cNvPr>
          <p:cNvSpPr/>
          <p:nvPr/>
        </p:nvSpPr>
        <p:spPr>
          <a:xfrm>
            <a:off x="6926662" y="4515714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9478FF9B-69BF-3316-F940-950590050122}"/>
              </a:ext>
            </a:extLst>
          </p:cNvPr>
          <p:cNvCxnSpPr>
            <a:cxnSpLocks/>
            <a:stCxn id="70" idx="0"/>
          </p:cNvCxnSpPr>
          <p:nvPr/>
        </p:nvCxnSpPr>
        <p:spPr>
          <a:xfrm flipV="1">
            <a:off x="1900529" y="2631684"/>
            <a:ext cx="0" cy="1186052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355D5BC-B9D0-61FC-78AB-567605FA9D87}"/>
              </a:ext>
            </a:extLst>
          </p:cNvPr>
          <p:cNvCxnSpPr>
            <a:cxnSpLocks/>
          </p:cNvCxnSpPr>
          <p:nvPr/>
        </p:nvCxnSpPr>
        <p:spPr>
          <a:xfrm flipH="1">
            <a:off x="2696504" y="5136766"/>
            <a:ext cx="293439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E231378E-C342-5853-D71B-0EC2F4D4D21A}"/>
              </a:ext>
            </a:extLst>
          </p:cNvPr>
          <p:cNvCxnSpPr/>
          <p:nvPr/>
        </p:nvCxnSpPr>
        <p:spPr>
          <a:xfrm>
            <a:off x="3938722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84A7D307-EE38-BB19-0A18-039427336705}"/>
              </a:ext>
            </a:extLst>
          </p:cNvPr>
          <p:cNvCxnSpPr>
            <a:cxnSpLocks/>
          </p:cNvCxnSpPr>
          <p:nvPr/>
        </p:nvCxnSpPr>
        <p:spPr>
          <a:xfrm>
            <a:off x="3938722" y="4153648"/>
            <a:ext cx="3639002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F932085-86A4-67B5-E279-617B1681A131}"/>
              </a:ext>
            </a:extLst>
          </p:cNvPr>
          <p:cNvCxnSpPr/>
          <p:nvPr/>
        </p:nvCxnSpPr>
        <p:spPr>
          <a:xfrm>
            <a:off x="5760265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2333C9A-139D-FAEC-C482-E6EA74ADE402}"/>
              </a:ext>
            </a:extLst>
          </p:cNvPr>
          <p:cNvCxnSpPr>
            <a:cxnSpLocks/>
          </p:cNvCxnSpPr>
          <p:nvPr/>
        </p:nvCxnSpPr>
        <p:spPr>
          <a:xfrm>
            <a:off x="7577724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EA14E3-23A8-D108-14D5-41AAAE88A641}"/>
              </a:ext>
            </a:extLst>
          </p:cNvPr>
          <p:cNvCxnSpPr/>
          <p:nvPr/>
        </p:nvCxnSpPr>
        <p:spPr>
          <a:xfrm flipH="1">
            <a:off x="5964479" y="7929078"/>
            <a:ext cx="894324" cy="0"/>
          </a:xfrm>
          <a:prstGeom prst="straightConnector1">
            <a:avLst/>
          </a:prstGeom>
          <a:ln w="1270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CE6B5652-D30B-565F-4C55-9C05F56A7E4F}"/>
              </a:ext>
            </a:extLst>
          </p:cNvPr>
          <p:cNvCxnSpPr>
            <a:cxnSpLocks/>
            <a:stCxn id="51" idx="1"/>
            <a:endCxn id="11" idx="3"/>
          </p:cNvCxnSpPr>
          <p:nvPr/>
        </p:nvCxnSpPr>
        <p:spPr>
          <a:xfrm flipH="1">
            <a:off x="994046" y="1497617"/>
            <a:ext cx="271820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4F9AAA-3885-F23C-4032-3BCDB7C0AECC}"/>
              </a:ext>
            </a:extLst>
          </p:cNvPr>
          <p:cNvSpPr/>
          <p:nvPr/>
        </p:nvSpPr>
        <p:spPr>
          <a:xfrm>
            <a:off x="6571365" y="1981679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트라우마 절규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왜곡 난타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절말</a:t>
            </a:r>
            <a:r>
              <a:rPr lang="ko-KR" altLang="en-US" sz="1500" dirty="0">
                <a:solidFill>
                  <a:srgbClr val="FFFFFF"/>
                </a:solidFill>
              </a:rPr>
              <a:t> 포효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B7F3BC-D088-9DA9-C9F3-DCA36ABDD357}"/>
              </a:ext>
            </a:extLst>
          </p:cNvPr>
          <p:cNvSpPr/>
          <p:nvPr/>
        </p:nvSpPr>
        <p:spPr>
          <a:xfrm>
            <a:off x="6707275" y="170277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광폭화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A6FE97-8329-D21E-90AB-4433A09F8D09}"/>
              </a:ext>
            </a:extLst>
          </p:cNvPr>
          <p:cNvSpPr/>
          <p:nvPr/>
        </p:nvSpPr>
        <p:spPr>
          <a:xfrm>
            <a:off x="2802485" y="1583103"/>
            <a:ext cx="1541146" cy="1134688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광폭화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기절 진입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73BCD5-F28F-A44D-D380-0B4C43D1CD02}"/>
              </a:ext>
            </a:extLst>
          </p:cNvPr>
          <p:cNvSpPr/>
          <p:nvPr/>
        </p:nvSpPr>
        <p:spPr>
          <a:xfrm>
            <a:off x="2938395" y="130419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0742547-0070-7991-5B3B-1645DD0E8024}"/>
              </a:ext>
            </a:extLst>
          </p:cNvPr>
          <p:cNvSpPr/>
          <p:nvPr/>
        </p:nvSpPr>
        <p:spPr>
          <a:xfrm>
            <a:off x="8632215" y="1482075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피격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강피격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751FD6C-7B42-C6BD-EE28-B3F9A676D685}"/>
              </a:ext>
            </a:extLst>
          </p:cNvPr>
          <p:cNvSpPr/>
          <p:nvPr/>
        </p:nvSpPr>
        <p:spPr>
          <a:xfrm>
            <a:off x="8768125" y="120419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데미지 동작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60425FE-7733-3CAD-1AF2-430A320BDCA8}"/>
              </a:ext>
            </a:extLst>
          </p:cNvPr>
          <p:cNvSpPr/>
          <p:nvPr/>
        </p:nvSpPr>
        <p:spPr>
          <a:xfrm>
            <a:off x="4762231" y="1980655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A5D9FA-44F0-EDA4-7122-77A8D4139803}"/>
              </a:ext>
            </a:extLst>
          </p:cNvPr>
          <p:cNvSpPr/>
          <p:nvPr/>
        </p:nvSpPr>
        <p:spPr>
          <a:xfrm>
            <a:off x="4898141" y="170277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광폭화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F9EACC3-599A-39FC-6D06-BE3D4875E844}"/>
              </a:ext>
            </a:extLst>
          </p:cNvPr>
          <p:cNvSpPr/>
          <p:nvPr/>
        </p:nvSpPr>
        <p:spPr>
          <a:xfrm>
            <a:off x="4558179" y="1137546"/>
            <a:ext cx="3728834" cy="2582046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3CA23CD2-C446-030C-38AF-3046A2F8D93B}"/>
              </a:ext>
            </a:extLst>
          </p:cNvPr>
          <p:cNvCxnSpPr>
            <a:cxnSpLocks/>
          </p:cNvCxnSpPr>
          <p:nvPr/>
        </p:nvCxnSpPr>
        <p:spPr>
          <a:xfrm flipH="1">
            <a:off x="4378325" y="2021743"/>
            <a:ext cx="199395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49F4E13-59F6-7A6A-9DC9-0ACE249AAC9E}"/>
              </a:ext>
            </a:extLst>
          </p:cNvPr>
          <p:cNvCxnSpPr/>
          <p:nvPr/>
        </p:nvCxnSpPr>
        <p:spPr>
          <a:xfrm>
            <a:off x="6580187" y="-1733753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48E1D6AD-4145-A14E-185F-97187B09B322}"/>
              </a:ext>
            </a:extLst>
          </p:cNvPr>
          <p:cNvCxnSpPr>
            <a:cxnSpLocks/>
          </p:cNvCxnSpPr>
          <p:nvPr/>
        </p:nvCxnSpPr>
        <p:spPr>
          <a:xfrm>
            <a:off x="6580187" y="-1733753"/>
            <a:ext cx="182154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FCB89643-91AC-385A-808F-93A3B27B63B5}"/>
              </a:ext>
            </a:extLst>
          </p:cNvPr>
          <p:cNvCxnSpPr/>
          <p:nvPr/>
        </p:nvCxnSpPr>
        <p:spPr>
          <a:xfrm>
            <a:off x="8401730" y="-1733753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F504FB5-E3F0-B154-BB40-89CF7E39BBF5}"/>
              </a:ext>
            </a:extLst>
          </p:cNvPr>
          <p:cNvCxnSpPr>
            <a:cxnSpLocks/>
          </p:cNvCxnSpPr>
          <p:nvPr/>
        </p:nvCxnSpPr>
        <p:spPr>
          <a:xfrm flipV="1">
            <a:off x="3729329" y="2730644"/>
            <a:ext cx="0" cy="803686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83C74428-6F07-48F3-6B9D-27265C717569}"/>
              </a:ext>
            </a:extLst>
          </p:cNvPr>
          <p:cNvCxnSpPr>
            <a:cxnSpLocks/>
          </p:cNvCxnSpPr>
          <p:nvPr/>
        </p:nvCxnSpPr>
        <p:spPr>
          <a:xfrm flipH="1">
            <a:off x="8293365" y="2167685"/>
            <a:ext cx="227426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8B3E0F2-543B-589B-697D-3B5D974E3037}"/>
              </a:ext>
            </a:extLst>
          </p:cNvPr>
          <p:cNvCxnSpPr>
            <a:cxnSpLocks/>
          </p:cNvCxnSpPr>
          <p:nvPr/>
        </p:nvCxnSpPr>
        <p:spPr>
          <a:xfrm flipV="1">
            <a:off x="10157231" y="3127384"/>
            <a:ext cx="0" cy="113485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59C1D9BA-1C42-0202-7FA0-A2FF3F95A124}"/>
              </a:ext>
            </a:extLst>
          </p:cNvPr>
          <p:cNvCxnSpPr>
            <a:cxnSpLocks/>
          </p:cNvCxnSpPr>
          <p:nvPr/>
        </p:nvCxnSpPr>
        <p:spPr>
          <a:xfrm>
            <a:off x="8514439" y="4262236"/>
            <a:ext cx="1642792" cy="0"/>
          </a:xfrm>
          <a:prstGeom prst="line">
            <a:avLst/>
          </a:prstGeom>
          <a:ln w="12700">
            <a:solidFill>
              <a:srgbClr val="FFFFFF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9E42646C-A03E-A3F4-72C9-EB4056B454F6}"/>
              </a:ext>
            </a:extLst>
          </p:cNvPr>
          <p:cNvSpPr/>
          <p:nvPr/>
        </p:nvSpPr>
        <p:spPr>
          <a:xfrm>
            <a:off x="8530570" y="1052037"/>
            <a:ext cx="3411022" cy="2084257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3ABD27E-FF4E-F9E9-8421-54BA1659F558}"/>
              </a:ext>
            </a:extLst>
          </p:cNvPr>
          <p:cNvCxnSpPr/>
          <p:nvPr/>
        </p:nvCxnSpPr>
        <p:spPr>
          <a:xfrm>
            <a:off x="5527203" y="1332816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AF80A091-2AC0-DC12-9CFD-C3437619BCBD}"/>
              </a:ext>
            </a:extLst>
          </p:cNvPr>
          <p:cNvCxnSpPr>
            <a:cxnSpLocks/>
          </p:cNvCxnSpPr>
          <p:nvPr/>
        </p:nvCxnSpPr>
        <p:spPr>
          <a:xfrm>
            <a:off x="5527203" y="1332816"/>
            <a:ext cx="180352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3373B66-8945-7CE7-EEA9-0E1DB5EEAC2C}"/>
              </a:ext>
            </a:extLst>
          </p:cNvPr>
          <p:cNvCxnSpPr/>
          <p:nvPr/>
        </p:nvCxnSpPr>
        <p:spPr>
          <a:xfrm>
            <a:off x="7330726" y="1332816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A5A5C-7687-EC59-F6DE-27B1045D24F4}"/>
              </a:ext>
            </a:extLst>
          </p:cNvPr>
          <p:cNvCxnSpPr>
            <a:cxnSpLocks/>
          </p:cNvCxnSpPr>
          <p:nvPr/>
        </p:nvCxnSpPr>
        <p:spPr>
          <a:xfrm flipH="1">
            <a:off x="8514439" y="5704635"/>
            <a:ext cx="1322467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C5EB0DA-2B72-9441-7106-332E321692F7}"/>
              </a:ext>
            </a:extLst>
          </p:cNvPr>
          <p:cNvCxnSpPr>
            <a:cxnSpLocks/>
          </p:cNvCxnSpPr>
          <p:nvPr/>
        </p:nvCxnSpPr>
        <p:spPr>
          <a:xfrm flipV="1">
            <a:off x="10608081" y="3513826"/>
            <a:ext cx="0" cy="114616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60360485-76D8-BBEE-F2F5-34E20127D7FA}"/>
              </a:ext>
            </a:extLst>
          </p:cNvPr>
          <p:cNvCxnSpPr>
            <a:cxnSpLocks/>
          </p:cNvCxnSpPr>
          <p:nvPr/>
        </p:nvCxnSpPr>
        <p:spPr>
          <a:xfrm>
            <a:off x="8287013" y="3513826"/>
            <a:ext cx="2321068" cy="0"/>
          </a:xfrm>
          <a:prstGeom prst="line">
            <a:avLst/>
          </a:prstGeom>
          <a:ln w="12700">
            <a:solidFill>
              <a:srgbClr val="FFFFFF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404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AD002-78C5-FAD3-76AE-181128006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D1E0F62-F67B-42A6-8273-113484C43596}"/>
              </a:ext>
            </a:extLst>
          </p:cNvPr>
          <p:cNvGraphicFramePr>
            <a:graphicFrameLocks noGrp="1"/>
          </p:cNvGraphicFramePr>
          <p:nvPr/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2027190283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3721451741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속에 봉인된 듯 정지 상태로 냉기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숙이며 공중에 부유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방출 및 손끝 미세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자세를 풀며 다음 상태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천천히 전투 전 공간을 부유하며 배회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상체를 기울여 이동 자세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저속 부유 이동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응시하며 위협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향해 몸을 틀어 전투 자세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위협 자세 및 냉기 강화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행동 준비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 추적 부유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상체를 앞으로 기울임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빠른 부유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측면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 회피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압축하며 왜곡 에너지 응축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전방으로 고속 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잔상 해제 후 빈틈 노출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 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(0.1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상체가 뒤로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피격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약 피격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(0.1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상체가 뒤로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730592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강피격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 피격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큰 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 전체가 뒤틀림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회복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581787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1B1C6-0131-52B0-55CB-F5C1C469ECBE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 err="1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비전투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전투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4598B67-0ED5-F412-B789-68906D07471D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F9A8CB2-7B79-6E11-4C18-70E4DD9E20F7}"/>
              </a:ext>
            </a:extLst>
          </p:cNvPr>
          <p:cNvCxnSpPr>
            <a:cxnSpLocks/>
          </p:cNvCxnSpPr>
          <p:nvPr/>
        </p:nvCxnSpPr>
        <p:spPr>
          <a:xfrm>
            <a:off x="307694" y="2936788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3C1B484-DD4E-DCD8-CE6F-C7D5C9B01EE9}"/>
              </a:ext>
            </a:extLst>
          </p:cNvPr>
          <p:cNvCxnSpPr>
            <a:cxnSpLocks/>
          </p:cNvCxnSpPr>
          <p:nvPr/>
        </p:nvCxnSpPr>
        <p:spPr>
          <a:xfrm>
            <a:off x="307694" y="5209070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D2A95F8-812B-12AA-D518-3FE8EE78EE83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DE10AEC-90AB-E56B-FCCA-9E341BDAB753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2BE82ED-124A-B32D-7122-459860E09590}"/>
              </a:ext>
            </a:extLst>
          </p:cNvPr>
          <p:cNvCxnSpPr>
            <a:cxnSpLocks/>
          </p:cNvCxnSpPr>
          <p:nvPr/>
        </p:nvCxnSpPr>
        <p:spPr>
          <a:xfrm>
            <a:off x="1120378" y="4073575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8AF3BAE-6771-CD8C-9A0B-01CDC33E3BC3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0C9E3B6-75F9-E19A-B398-B64A914C963B}"/>
              </a:ext>
            </a:extLst>
          </p:cNvPr>
          <p:cNvCxnSpPr>
            <a:cxnSpLocks/>
          </p:cNvCxnSpPr>
          <p:nvPr/>
        </p:nvCxnSpPr>
        <p:spPr>
          <a:xfrm>
            <a:off x="1120378" y="577815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687C9B7-842F-6C61-D0B8-6822EE9CC9F1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4942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CD691-DFBC-0AED-481E-BD856409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188F51-2037-90B9-8BBB-C8EAF568D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611682"/>
              </p:ext>
            </p:extLst>
          </p:nvPr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2899248136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027190283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3641894258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3743959956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3721451741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114620711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강한 충격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브레이크 누적 시 무력화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무방비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정신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공감 타격 적중 시 정신적 혼란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머리를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감싸쥠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비명 및 몸부림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회복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인간성 동요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정화 계열 공격 적중 시 인간성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플래시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멍한 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분노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플래시백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특정 패턴 파훼 시 과거 기억 자극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동공 확장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응시 정지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한 손 전방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참격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팔을 뒤로 젖혀 공격 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전방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참격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판정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 및 빈틈 노출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반대 손 내려치기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반대팔을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들어올림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내려치기 판정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연속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광란의 난타 콤보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 팔을 비틀며 힘 축적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좌측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우측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강타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큰 경직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730592"/>
                  </a:ext>
                </a:extLst>
              </a:tr>
              <a:tr h="56852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향한 조롱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숙이며 시선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손짓하며 도발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81787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F8F8B02-81FC-EC79-447E-50825F8C8033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추가 동작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 공격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추가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AC60E8B-67FE-2CD4-FAE2-CCE74A2A6816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01FF398-FA38-3264-E4B7-26756D8A6B04}"/>
              </a:ext>
            </a:extLst>
          </p:cNvPr>
          <p:cNvCxnSpPr>
            <a:cxnSpLocks/>
          </p:cNvCxnSpPr>
          <p:nvPr/>
        </p:nvCxnSpPr>
        <p:spPr>
          <a:xfrm>
            <a:off x="307694" y="4076475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CA336FA-9DAB-A084-69C3-EF9F93CE3C8F}"/>
              </a:ext>
            </a:extLst>
          </p:cNvPr>
          <p:cNvCxnSpPr>
            <a:cxnSpLocks/>
          </p:cNvCxnSpPr>
          <p:nvPr/>
        </p:nvCxnSpPr>
        <p:spPr>
          <a:xfrm>
            <a:off x="307694" y="5777817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AE14D08-C52F-FDB7-46F4-258A96B80764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7A80DAC-F3E7-FE22-62BC-31BF0C35C265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5E19DAD2-3454-127C-EEB4-B4F1F95C7977}"/>
              </a:ext>
            </a:extLst>
          </p:cNvPr>
          <p:cNvCxnSpPr>
            <a:cxnSpLocks/>
          </p:cNvCxnSpPr>
          <p:nvPr/>
        </p:nvCxnSpPr>
        <p:spPr>
          <a:xfrm>
            <a:off x="1120378" y="293704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CF95E45F-99E0-3B62-3E1C-22A8B9B08651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4A8997F-E218-3D50-48D8-B88A37B3B369}"/>
              </a:ext>
            </a:extLst>
          </p:cNvPr>
          <p:cNvCxnSpPr>
            <a:cxnSpLocks/>
          </p:cNvCxnSpPr>
          <p:nvPr/>
        </p:nvCxnSpPr>
        <p:spPr>
          <a:xfrm>
            <a:off x="1120378" y="5215210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F4C23AF2-CCF4-BE69-707C-0514257F4CF3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05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7867BC-9696-B5C8-5F2E-0F3E1B464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161C7E-D6DF-3FEF-7C58-CB197422D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066981"/>
              </p:ext>
            </p:extLst>
          </p:nvPr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35956">
                  <a:extLst>
                    <a:ext uri="{9D8B030D-6E8A-4147-A177-3AD203B41FA5}">
                      <a16:colId xmlns:a16="http://schemas.microsoft.com/office/drawing/2014/main" val="2920296838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318794813"/>
                    </a:ext>
                  </a:extLst>
                </a:gridCol>
                <a:gridCol w="1435956">
                  <a:extLst>
                    <a:ext uri="{9D8B030D-6E8A-4147-A177-3AD203B41FA5}">
                      <a16:colId xmlns:a16="http://schemas.microsoft.com/office/drawing/2014/main" val="392348234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2587972089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뻗기 실패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실패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손을 천천히 뻗음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허공 포착 시도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팔 떨림 및 불안정화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실패 폭발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허탈 경직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파편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광역기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손을 움켜쥠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반지 패턴 균열 발생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에너지 집중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파편 폭발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떨림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점멸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생성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머리를 움켜쥠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형성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발동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소환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환영체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소환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 팔을 벌림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생성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소환 완료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지휘 자세 유지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트라우마 절규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 절규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움츠림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젖힘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절규 발산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음파 확산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 난타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왜곡된 팔을 이용한 광폭 연속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양팔 비정상적 뒤틀림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좌측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 난타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우측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 난타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시간차 강타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크게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휘청임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소환된 환영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기억을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폭주시켜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폭발시킴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머리로 끌어당김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환영 불안정화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붕괴 에너지 집중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 폭발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8762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절망 포효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절망의 포효로 광역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디버프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장판 생성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 크게 젖히며 숨 마심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흉부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입 발광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 발산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장판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디버프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생성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 종료 후 경직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77968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97893BF-5205-418A-C44E-E072D77F2229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158AC55-914B-6BDA-7B0E-0B520CB056B0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E95AC2E-ABE6-047D-0EAF-AEEFEEC68ADE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3EEE7AFA-562B-B97C-0059-07B030E540A6}"/>
              </a:ext>
            </a:extLst>
          </p:cNvPr>
          <p:cNvCxnSpPr>
            <a:cxnSpLocks/>
          </p:cNvCxnSpPr>
          <p:nvPr/>
        </p:nvCxnSpPr>
        <p:spPr>
          <a:xfrm>
            <a:off x="1120378" y="5776479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DF8D5A4-3548-EAB0-0F33-664E85BF2F9C}"/>
              </a:ext>
            </a:extLst>
          </p:cNvPr>
          <p:cNvCxnSpPr>
            <a:cxnSpLocks/>
          </p:cNvCxnSpPr>
          <p:nvPr/>
        </p:nvCxnSpPr>
        <p:spPr>
          <a:xfrm>
            <a:off x="1120378" y="5211194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D409813-F394-8BFF-845C-F35ECB0E72DD}"/>
              </a:ext>
            </a:extLst>
          </p:cNvPr>
          <p:cNvCxnSpPr>
            <a:cxnSpLocks/>
          </p:cNvCxnSpPr>
          <p:nvPr/>
        </p:nvCxnSpPr>
        <p:spPr>
          <a:xfrm>
            <a:off x="1120378" y="2936904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D29D91B-ED0E-C4EA-92DB-3A56B6205FC5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3BCA92-50F7-44E3-6D5D-AD21A62C9DCF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BA25B4DE-456D-60DA-E5ED-948232DC3F70}"/>
              </a:ext>
            </a:extLst>
          </p:cNvPr>
          <p:cNvCxnSpPr>
            <a:cxnSpLocks/>
          </p:cNvCxnSpPr>
          <p:nvPr/>
        </p:nvCxnSpPr>
        <p:spPr>
          <a:xfrm>
            <a:off x="307694" y="4056131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05D1204-F380-9077-945E-831AC7B01717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960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1C66E-B535-7543-4756-35859996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2223C8-2E13-9609-6DDE-60216D86C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77687"/>
              </p:ext>
            </p:extLst>
          </p:nvPr>
        </p:nvGraphicFramePr>
        <p:xfrm>
          <a:off x="307694" y="1430164"/>
          <a:ext cx="11576611" cy="43499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2920296838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876266411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318794813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392348234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1960754779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2587972089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분노 상태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몸이 떨리기 시작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발광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분출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강화 상태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기절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무력화 상태 돌입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붕괴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무릎 꿇기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뻗기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약점 노출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기절 유지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 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이후 강화 전투 자세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낮추며 포효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거친 호흡 및 냉기 분출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행동 준비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600429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이후 공격적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크게 기울임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빠른 부유 이동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608468"/>
                  </a:ext>
                </a:extLst>
              </a:tr>
              <a:tr h="56852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왜곡 변이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투영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신체 균열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 변이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및 포효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신규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사망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육체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중심 상실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확산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육체 붕괴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잔해화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완전 소멸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인간성 회복 후 소멸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경계하며 뒷걸음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포옹 수용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(2.0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미소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서서히 소멸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D3B933-59EC-FD7E-6828-42E62A0FBC6D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추가 동작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연출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807F586-337D-F760-94DC-75663A014868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3AD9BD6-36A7-AA61-284E-E9BC7E449F9D}"/>
              </a:ext>
            </a:extLst>
          </p:cNvPr>
          <p:cNvCxnSpPr>
            <a:cxnSpLocks/>
          </p:cNvCxnSpPr>
          <p:nvPr/>
        </p:nvCxnSpPr>
        <p:spPr>
          <a:xfrm>
            <a:off x="307694" y="5778960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3B00765-6B65-859B-1C13-01A88E7F7C8F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3033E90-AA4A-3FE0-1F04-F177EB27DAC8}"/>
              </a:ext>
            </a:extLst>
          </p:cNvPr>
          <p:cNvCxnSpPr>
            <a:cxnSpLocks/>
          </p:cNvCxnSpPr>
          <p:nvPr/>
        </p:nvCxnSpPr>
        <p:spPr>
          <a:xfrm>
            <a:off x="1120378" y="5210002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A767FB1-CDB1-95DC-A572-B136139E4EE3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C35772-FD31-1188-E7A2-0F8F34313C1B}"/>
              </a:ext>
            </a:extLst>
          </p:cNvPr>
          <p:cNvCxnSpPr>
            <a:cxnSpLocks/>
          </p:cNvCxnSpPr>
          <p:nvPr/>
        </p:nvCxnSpPr>
        <p:spPr>
          <a:xfrm>
            <a:off x="307694" y="2937696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86C5AEF-72BF-1C8C-90EA-FC6A4470258A}"/>
              </a:ext>
            </a:extLst>
          </p:cNvPr>
          <p:cNvCxnSpPr>
            <a:cxnSpLocks/>
          </p:cNvCxnSpPr>
          <p:nvPr/>
        </p:nvCxnSpPr>
        <p:spPr>
          <a:xfrm>
            <a:off x="307694" y="407342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77B5D62-8E7C-7C5D-9DE8-A5BB39F6EE6A}"/>
              </a:ext>
            </a:extLst>
          </p:cNvPr>
          <p:cNvCxnSpPr>
            <a:cxnSpLocks/>
          </p:cNvCxnSpPr>
          <p:nvPr/>
        </p:nvCxnSpPr>
        <p:spPr>
          <a:xfrm>
            <a:off x="1120378" y="4642072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09977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175DC83A-3BFF-4B06-29C4-16E8D39D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6" y="441785"/>
            <a:ext cx="9517628" cy="597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022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손에 비누칠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 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터뜨리기</a:t>
            </a: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도구 준비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이런 느낌으로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9162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 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도구 준비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이런 느낌으로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3374018" y="175032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NPC </a:t>
            </a:r>
            <a:r>
              <a:rPr lang="ko-KR" altLang="en-US">
                <a:solidFill>
                  <a:schemeClr val="tx1"/>
                </a:solidFill>
              </a:rPr>
              <a:t>변이 후 바로 진행</a:t>
            </a:r>
          </a:p>
        </p:txBody>
      </p:sp>
    </p:spTree>
    <p:extLst>
      <p:ext uri="{BB962C8B-B14F-4D97-AF65-F5344CB8AC3E}">
        <p14:creationId xmlns:p14="http://schemas.microsoft.com/office/powerpoint/2010/main" val="1897883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324554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" name="직사각형 3"/>
          <p:cNvSpPr/>
          <p:nvPr/>
        </p:nvSpPr>
        <p:spPr>
          <a:xfrm>
            <a:off x="2613666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613666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손 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613666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413766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613666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413766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952199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16" name="직사각형 15"/>
          <p:cNvSpPr/>
          <p:nvPr/>
        </p:nvSpPr>
        <p:spPr>
          <a:xfrm>
            <a:off x="5241311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241311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수면 잠옷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요정봉</a:t>
            </a:r>
            <a:endParaRPr lang="en-US" altLang="ko-KR" sz="150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241311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241311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NPC </a:t>
            </a:r>
            <a:r>
              <a:rPr lang="ko-KR" altLang="en-US" sz="1500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041411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041411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241311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NPC </a:t>
            </a:r>
            <a:r>
              <a:rPr lang="ko-KR" altLang="en-US" sz="1500">
                <a:solidFill>
                  <a:schemeClr val="tx1"/>
                </a:solidFill>
              </a:rPr>
              <a:t>몬스터화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041411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241311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잠옷 개고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041411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84933" y="3043003"/>
            <a:ext cx="1600200" cy="834158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도구 준비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en-US" altLang="ko-KR" sz="1500">
                <a:solidFill>
                  <a:schemeClr val="tx1"/>
                </a:solidFill>
              </a:rPr>
              <a:t>(</a:t>
            </a:r>
            <a:r>
              <a:rPr lang="ko-KR" altLang="en-US" sz="1500">
                <a:solidFill>
                  <a:schemeClr val="tx1"/>
                </a:solidFill>
              </a:rPr>
              <a:t>가방 뒤지기</a:t>
            </a:r>
            <a:r>
              <a:rPr lang="en-US" altLang="ko-KR" sz="1500">
                <a:solidFill>
                  <a:schemeClr val="tx1"/>
                </a:solidFill>
              </a:rPr>
              <a:t>)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51264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4" name="직사각형 33"/>
          <p:cNvSpPr/>
          <p:nvPr/>
        </p:nvSpPr>
        <p:spPr>
          <a:xfrm>
            <a:off x="780175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780175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80175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860185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780175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860185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780175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열쇠로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860185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6635473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열쇠로 열어줄 때 공격하면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7035063" y="-23359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8635263" y="-2387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7801758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이런 느낌으로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3" name="직사각형 52"/>
          <p:cNvSpPr/>
          <p:nvPr/>
        </p:nvSpPr>
        <p:spPr>
          <a:xfrm>
            <a:off x="982363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1011274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전가 불가</a:t>
            </a:r>
          </a:p>
        </p:txBody>
      </p:sp>
      <p:sp>
        <p:nvSpPr>
          <p:cNvPr id="55" name="직사각형 54"/>
          <p:cNvSpPr/>
          <p:nvPr/>
        </p:nvSpPr>
        <p:spPr>
          <a:xfrm>
            <a:off x="1011274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 호각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011274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구령</a:t>
            </a:r>
          </a:p>
        </p:txBody>
      </p:sp>
      <p:cxnSp>
        <p:nvCxnSpPr>
          <p:cNvPr id="57" name="직선 화살표 연결선 56"/>
          <p:cNvCxnSpPr>
            <a:stCxn id="55" idx="2"/>
            <a:endCxn id="56" idx="0"/>
          </p:cNvCxnSpPr>
          <p:nvPr/>
        </p:nvCxnSpPr>
        <p:spPr>
          <a:xfrm>
            <a:off x="1091284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1011274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QTE</a:t>
            </a:r>
          </a:p>
          <a:p>
            <a:pPr algn="ctr"/>
            <a:r>
              <a:rPr lang="en-US" altLang="ko-KR" sz="1000">
                <a:solidFill>
                  <a:schemeClr val="tx1"/>
                </a:solidFill>
              </a:rPr>
              <a:t>(Quick Time Event)</a:t>
            </a:r>
            <a:endParaRPr lang="ko-KR" altLang="en-US" sz="100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/>
          <p:cNvCxnSpPr>
            <a:endCxn id="58" idx="0"/>
          </p:cNvCxnSpPr>
          <p:nvPr/>
        </p:nvCxnSpPr>
        <p:spPr>
          <a:xfrm>
            <a:off x="1091284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1011274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차렷</a:t>
            </a:r>
            <a:r>
              <a:rPr lang="en-US" altLang="ko-KR" sz="1500">
                <a:solidFill>
                  <a:schemeClr val="tx1"/>
                </a:solidFill>
              </a:rPr>
              <a:t>!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/>
          <p:cNvCxnSpPr>
            <a:endCxn id="60" idx="0"/>
          </p:cNvCxnSpPr>
          <p:nvPr/>
        </p:nvCxnSpPr>
        <p:spPr>
          <a:xfrm>
            <a:off x="1091284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1011274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조교</a:t>
            </a:r>
          </a:p>
        </p:txBody>
      </p:sp>
    </p:spTree>
    <p:extLst>
      <p:ext uri="{BB962C8B-B14F-4D97-AF65-F5344CB8AC3E}">
        <p14:creationId xmlns:p14="http://schemas.microsoft.com/office/powerpoint/2010/main" val="693890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비누 꺼내고 손에 비눗물 묻힘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 생성 준비 동작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 생성 및 구조 대상 등장</a:t>
            </a: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플레이어가 각 대상에 맞는 선행 수행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결과에 따른 후속 행동 및 딜 타임 발생</a:t>
            </a: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가방 뒤지기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</p:spTree>
    <p:extLst>
      <p:ext uri="{BB962C8B-B14F-4D97-AF65-F5344CB8AC3E}">
        <p14:creationId xmlns:p14="http://schemas.microsoft.com/office/powerpoint/2010/main" val="60762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2315</Words>
  <Application>Microsoft Office PowerPoint</Application>
  <PresentationFormat>와이드스크린</PresentationFormat>
  <Paragraphs>653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Google Sans Text</vt:lpstr>
      <vt:lpstr>KoddiUD 온고딕 Regular</vt:lpstr>
      <vt:lpstr>맑은 고딕</vt:lpstr>
      <vt:lpstr>Arial</vt:lpstr>
      <vt:lpstr>Office 테마</vt:lpstr>
      <vt:lpstr>게임 기획: 보스 스킬 애니메이션 로직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게임 기획: 보스 스킬 애니메이션 로직</dc:title>
  <dc:creator>FullName</dc:creator>
  <cp:lastModifiedBy>musukie52@gmail.com</cp:lastModifiedBy>
  <cp:revision>12</cp:revision>
  <dcterms:created xsi:type="dcterms:W3CDTF">2026-04-24T05:06:39Z</dcterms:created>
  <dcterms:modified xsi:type="dcterms:W3CDTF">2026-04-27T04:16:04Z</dcterms:modified>
</cp:coreProperties>
</file>