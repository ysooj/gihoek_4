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5" r:id="rId4"/>
    <p:sldId id="259" r:id="rId5"/>
    <p:sldId id="260" r:id="rId6"/>
    <p:sldId id="267" r:id="rId7"/>
    <p:sldId id="266" r:id="rId8"/>
    <p:sldId id="274" r:id="rId9"/>
    <p:sldId id="271" r:id="rId10"/>
    <p:sldId id="270" r:id="rId11"/>
    <p:sldId id="272" r:id="rId12"/>
    <p:sldId id="273" r:id="rId13"/>
    <p:sldId id="261" r:id="rId14"/>
    <p:sldId id="262" r:id="rId15"/>
    <p:sldId id="263" r:id="rId16"/>
    <p:sldId id="264" r:id="rId17"/>
    <p:sldId id="275" r:id="rId1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22529"/>
    <a:srgbClr val="FFFFFF"/>
    <a:srgbClr val="2F3339"/>
    <a:srgbClr val="BF542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727180C-91AC-40BB-9469-27134960B89A}" v="679" dt="2026-04-27T04:16:03.48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1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sukie52@gmail.com" userId="017bd91f96aa8751" providerId="LiveId" clId="{5B2C3894-F97E-4CAB-8812-5BB4D83AAC6A}"/>
    <pc:docChg chg="undo custSel addSld delSld modSld sldOrd">
      <pc:chgData name="musukie52@gmail.com" userId="017bd91f96aa8751" providerId="LiveId" clId="{5B2C3894-F97E-4CAB-8812-5BB4D83AAC6A}" dt="2026-04-27T04:16:03.487" v="8093"/>
      <pc:docMkLst>
        <pc:docMk/>
      </pc:docMkLst>
      <pc:sldChg chg="ord">
        <pc:chgData name="musukie52@gmail.com" userId="017bd91f96aa8751" providerId="LiveId" clId="{5B2C3894-F97E-4CAB-8812-5BB4D83AAC6A}" dt="2026-04-27T03:24:58.736" v="6395"/>
        <pc:sldMkLst>
          <pc:docMk/>
          <pc:sldMk cId="800329599" sldId="267"/>
        </pc:sldMkLst>
      </pc:sldChg>
      <pc:sldChg chg="delSp modSp add del mod setBg">
        <pc:chgData name="musukie52@gmail.com" userId="017bd91f96aa8751" providerId="LiveId" clId="{5B2C3894-F97E-4CAB-8812-5BB4D83AAC6A}" dt="2026-04-27T01:41:50.727" v="2544" actId="47"/>
        <pc:sldMkLst>
          <pc:docMk/>
          <pc:sldMk cId="1945962439" sldId="268"/>
        </pc:sldMkLst>
        <pc:spChg chg="mod">
          <ac:chgData name="musukie52@gmail.com" userId="017bd91f96aa8751" providerId="LiveId" clId="{5B2C3894-F97E-4CAB-8812-5BB4D83AAC6A}" dt="2026-04-27T01:06:29.630" v="353" actId="20577"/>
          <ac:spMkLst>
            <pc:docMk/>
            <pc:sldMk cId="1945962439" sldId="268"/>
            <ac:spMk id="9" creationId="{25E43018-5C77-9B63-54FD-A4376B47A337}"/>
          </ac:spMkLst>
        </pc:spChg>
        <pc:graphicFrameChg chg="mod modGraphic">
          <ac:chgData name="musukie52@gmail.com" userId="017bd91f96aa8751" providerId="LiveId" clId="{5B2C3894-F97E-4CAB-8812-5BB4D83AAC6A}" dt="2026-04-27T01:17:56.631" v="889" actId="20577"/>
          <ac:graphicFrameMkLst>
            <pc:docMk/>
            <pc:sldMk cId="1945962439" sldId="268"/>
            <ac:graphicFrameMk id="8" creationId="{50FECC3E-2823-69D6-0271-71194AC5827B}"/>
          </ac:graphicFrameMkLst>
        </pc:graphicFrameChg>
        <pc:cxnChg chg="del">
          <ac:chgData name="musukie52@gmail.com" userId="017bd91f96aa8751" providerId="LiveId" clId="{5B2C3894-F97E-4CAB-8812-5BB4D83AAC6A}" dt="2026-04-26T22:48:16.203" v="76" actId="478"/>
          <ac:cxnSpMkLst>
            <pc:docMk/>
            <pc:sldMk cId="1945962439" sldId="268"/>
            <ac:cxnSpMk id="14" creationId="{6CC97E6D-D3A7-4D20-035B-A946E9F5EB10}"/>
          </ac:cxnSpMkLst>
        </pc:cxnChg>
        <pc:cxnChg chg="del">
          <ac:chgData name="musukie52@gmail.com" userId="017bd91f96aa8751" providerId="LiveId" clId="{5B2C3894-F97E-4CAB-8812-5BB4D83AAC6A}" dt="2026-04-26T22:48:16.203" v="76" actId="478"/>
          <ac:cxnSpMkLst>
            <pc:docMk/>
            <pc:sldMk cId="1945962439" sldId="268"/>
            <ac:cxnSpMk id="15" creationId="{03C1F1F7-97EC-6750-F0AC-BEF722AE870E}"/>
          </ac:cxnSpMkLst>
        </pc:cxnChg>
        <pc:cxnChg chg="mod">
          <ac:chgData name="musukie52@gmail.com" userId="017bd91f96aa8751" providerId="LiveId" clId="{5B2C3894-F97E-4CAB-8812-5BB4D83AAC6A}" dt="2026-04-27T00:57:32.820" v="104" actId="14100"/>
          <ac:cxnSpMkLst>
            <pc:docMk/>
            <pc:sldMk cId="1945962439" sldId="268"/>
            <ac:cxnSpMk id="19" creationId="{F90759B7-18FF-9282-C1CD-1B1546BB81B8}"/>
          </ac:cxnSpMkLst>
        </pc:cxnChg>
        <pc:cxnChg chg="del">
          <ac:chgData name="musukie52@gmail.com" userId="017bd91f96aa8751" providerId="LiveId" clId="{5B2C3894-F97E-4CAB-8812-5BB4D83AAC6A}" dt="2026-04-26T22:48:16.203" v="76" actId="478"/>
          <ac:cxnSpMkLst>
            <pc:docMk/>
            <pc:sldMk cId="1945962439" sldId="268"/>
            <ac:cxnSpMk id="28" creationId="{28E692BC-D98A-B239-AACB-95CB76D988CA}"/>
          </ac:cxnSpMkLst>
        </pc:cxnChg>
      </pc:sldChg>
      <pc:sldChg chg="addSp delSp modSp add del mod setBg">
        <pc:chgData name="musukie52@gmail.com" userId="017bd91f96aa8751" providerId="LiveId" clId="{5B2C3894-F97E-4CAB-8812-5BB4D83AAC6A}" dt="2026-04-27T01:49:37.340" v="2740" actId="47"/>
        <pc:sldMkLst>
          <pc:docMk/>
          <pc:sldMk cId="1102944201" sldId="269"/>
        </pc:sldMkLst>
        <pc:spChg chg="mod">
          <ac:chgData name="musukie52@gmail.com" userId="017bd91f96aa8751" providerId="LiveId" clId="{5B2C3894-F97E-4CAB-8812-5BB4D83AAC6A}" dt="2026-04-27T01:49:02.150" v="2736" actId="1076"/>
          <ac:spMkLst>
            <pc:docMk/>
            <pc:sldMk cId="1102944201" sldId="269"/>
            <ac:spMk id="9" creationId="{9B55D071-A326-0E85-2036-EF928AB4C198}"/>
          </ac:spMkLst>
        </pc:spChg>
        <pc:spChg chg="add del mod">
          <ac:chgData name="musukie52@gmail.com" userId="017bd91f96aa8751" providerId="LiveId" clId="{5B2C3894-F97E-4CAB-8812-5BB4D83AAC6A}" dt="2026-04-27T01:49:04.810" v="2737" actId="478"/>
          <ac:spMkLst>
            <pc:docMk/>
            <pc:sldMk cId="1102944201" sldId="269"/>
            <ac:spMk id="24" creationId="{873401EA-3570-4AB7-190B-B4B5FC0F09CF}"/>
          </ac:spMkLst>
        </pc:spChg>
        <pc:graphicFrameChg chg="mod modGraphic">
          <ac:chgData name="musukie52@gmail.com" userId="017bd91f96aa8751" providerId="LiveId" clId="{5B2C3894-F97E-4CAB-8812-5BB4D83AAC6A}" dt="2026-04-27T01:47:25.357" v="2619" actId="1076"/>
          <ac:graphicFrameMkLst>
            <pc:docMk/>
            <pc:sldMk cId="1102944201" sldId="269"/>
            <ac:graphicFrameMk id="8" creationId="{CE342807-E2E8-6917-A7B9-85EBAECD6715}"/>
          </ac:graphicFrameMkLst>
        </pc:graphicFrameChg>
        <pc:cxnChg chg="del">
          <ac:chgData name="musukie52@gmail.com" userId="017bd91f96aa8751" providerId="LiveId" clId="{5B2C3894-F97E-4CAB-8812-5BB4D83AAC6A}" dt="2026-04-27T01:31:19.260" v="1803" actId="478"/>
          <ac:cxnSpMkLst>
            <pc:docMk/>
            <pc:sldMk cId="1102944201" sldId="269"/>
            <ac:cxnSpMk id="4" creationId="{BBEB1F2C-FC4F-89D3-9E33-7CB8FCCDDC84}"/>
          </ac:cxnSpMkLst>
        </pc:cxnChg>
        <pc:cxnChg chg="add mod">
          <ac:chgData name="musukie52@gmail.com" userId="017bd91f96aa8751" providerId="LiveId" clId="{5B2C3894-F97E-4CAB-8812-5BB4D83AAC6A}" dt="2026-04-27T01:47:25.357" v="2619" actId="1076"/>
          <ac:cxnSpMkLst>
            <pc:docMk/>
            <pc:sldMk cId="1102944201" sldId="269"/>
            <ac:cxnSpMk id="10" creationId="{AA4D0E02-FDFE-27DF-F1CC-47B4DBDDB0CC}"/>
          </ac:cxnSpMkLst>
        </pc:cxnChg>
        <pc:cxnChg chg="add mod">
          <ac:chgData name="musukie52@gmail.com" userId="017bd91f96aa8751" providerId="LiveId" clId="{5B2C3894-F97E-4CAB-8812-5BB4D83AAC6A}" dt="2026-04-27T01:47:25.357" v="2619" actId="1076"/>
          <ac:cxnSpMkLst>
            <pc:docMk/>
            <pc:sldMk cId="1102944201" sldId="269"/>
            <ac:cxnSpMk id="11" creationId="{22032BD5-898D-F757-8A92-0E40CB4F5FFC}"/>
          </ac:cxnSpMkLst>
        </pc:cxnChg>
        <pc:cxnChg chg="add mod">
          <ac:chgData name="musukie52@gmail.com" userId="017bd91f96aa8751" providerId="LiveId" clId="{5B2C3894-F97E-4CAB-8812-5BB4D83AAC6A}" dt="2026-04-27T01:47:25.357" v="2619" actId="1076"/>
          <ac:cxnSpMkLst>
            <pc:docMk/>
            <pc:sldMk cId="1102944201" sldId="269"/>
            <ac:cxnSpMk id="12" creationId="{10C5668C-7B87-C063-2411-4BD9A86A0DF2}"/>
          </ac:cxnSpMkLst>
        </pc:cxnChg>
        <pc:cxnChg chg="add mod">
          <ac:chgData name="musukie52@gmail.com" userId="017bd91f96aa8751" providerId="LiveId" clId="{5B2C3894-F97E-4CAB-8812-5BB4D83AAC6A}" dt="2026-04-27T01:47:25.357" v="2619" actId="1076"/>
          <ac:cxnSpMkLst>
            <pc:docMk/>
            <pc:sldMk cId="1102944201" sldId="269"/>
            <ac:cxnSpMk id="13" creationId="{239600D9-4457-691E-A75D-C2968BFB8496}"/>
          </ac:cxnSpMkLst>
        </pc:cxnChg>
        <pc:cxnChg chg="del">
          <ac:chgData name="musukie52@gmail.com" userId="017bd91f96aa8751" providerId="LiveId" clId="{5B2C3894-F97E-4CAB-8812-5BB4D83AAC6A}" dt="2026-04-27T01:31:19.260" v="1803" actId="478"/>
          <ac:cxnSpMkLst>
            <pc:docMk/>
            <pc:sldMk cId="1102944201" sldId="269"/>
            <ac:cxnSpMk id="14" creationId="{5C4CA446-0987-9E0F-8467-CFF76E4CD628}"/>
          </ac:cxnSpMkLst>
        </pc:cxnChg>
        <pc:cxnChg chg="del">
          <ac:chgData name="musukie52@gmail.com" userId="017bd91f96aa8751" providerId="LiveId" clId="{5B2C3894-F97E-4CAB-8812-5BB4D83AAC6A}" dt="2026-04-27T01:31:19.260" v="1803" actId="478"/>
          <ac:cxnSpMkLst>
            <pc:docMk/>
            <pc:sldMk cId="1102944201" sldId="269"/>
            <ac:cxnSpMk id="15" creationId="{F9604414-3131-4EBE-7D27-07902A291BCF}"/>
          </ac:cxnSpMkLst>
        </pc:cxnChg>
        <pc:cxnChg chg="add mod">
          <ac:chgData name="musukie52@gmail.com" userId="017bd91f96aa8751" providerId="LiveId" clId="{5B2C3894-F97E-4CAB-8812-5BB4D83AAC6A}" dt="2026-04-27T01:47:25.357" v="2619" actId="1076"/>
          <ac:cxnSpMkLst>
            <pc:docMk/>
            <pc:sldMk cId="1102944201" sldId="269"/>
            <ac:cxnSpMk id="18" creationId="{156ED9AB-6873-B0F2-A164-CD778930BD35}"/>
          </ac:cxnSpMkLst>
        </pc:cxnChg>
        <pc:cxnChg chg="mod">
          <ac:chgData name="musukie52@gmail.com" userId="017bd91f96aa8751" providerId="LiveId" clId="{5B2C3894-F97E-4CAB-8812-5BB4D83AAC6A}" dt="2026-04-27T01:47:25.357" v="2619" actId="1076"/>
          <ac:cxnSpMkLst>
            <pc:docMk/>
            <pc:sldMk cId="1102944201" sldId="269"/>
            <ac:cxnSpMk id="19" creationId="{E4A39943-DEBA-33A3-C069-1CB2FBAB3C36}"/>
          </ac:cxnSpMkLst>
        </pc:cxnChg>
        <pc:cxnChg chg="add mod">
          <ac:chgData name="musukie52@gmail.com" userId="017bd91f96aa8751" providerId="LiveId" clId="{5B2C3894-F97E-4CAB-8812-5BB4D83AAC6A}" dt="2026-04-27T01:44:56.240" v="2590"/>
          <ac:cxnSpMkLst>
            <pc:docMk/>
            <pc:sldMk cId="1102944201" sldId="269"/>
            <ac:cxnSpMk id="20" creationId="{1FE050B2-EF3C-E21B-D41C-2C982E5AC50B}"/>
          </ac:cxnSpMkLst>
        </pc:cxnChg>
        <pc:cxnChg chg="add mod">
          <ac:chgData name="musukie52@gmail.com" userId="017bd91f96aa8751" providerId="LiveId" clId="{5B2C3894-F97E-4CAB-8812-5BB4D83AAC6A}" dt="2026-04-27T01:47:25.357" v="2619" actId="1076"/>
          <ac:cxnSpMkLst>
            <pc:docMk/>
            <pc:sldMk cId="1102944201" sldId="269"/>
            <ac:cxnSpMk id="21" creationId="{B8A3A051-4668-F509-BEE1-EE51EE72ED6B}"/>
          </ac:cxnSpMkLst>
        </pc:cxnChg>
        <pc:cxnChg chg="add mod">
          <ac:chgData name="musukie52@gmail.com" userId="017bd91f96aa8751" providerId="LiveId" clId="{5B2C3894-F97E-4CAB-8812-5BB4D83AAC6A}" dt="2026-04-27T01:47:25.357" v="2619" actId="1076"/>
          <ac:cxnSpMkLst>
            <pc:docMk/>
            <pc:sldMk cId="1102944201" sldId="269"/>
            <ac:cxnSpMk id="22" creationId="{B64F02ED-9C57-CB2C-44EF-9CE39FCE3524}"/>
          </ac:cxnSpMkLst>
        </pc:cxnChg>
        <pc:cxnChg chg="add mod">
          <ac:chgData name="musukie52@gmail.com" userId="017bd91f96aa8751" providerId="LiveId" clId="{5B2C3894-F97E-4CAB-8812-5BB4D83AAC6A}" dt="2026-04-27T01:47:25.357" v="2619" actId="1076"/>
          <ac:cxnSpMkLst>
            <pc:docMk/>
            <pc:sldMk cId="1102944201" sldId="269"/>
            <ac:cxnSpMk id="23" creationId="{52C69041-017B-5140-C7F2-CC8F4F515B5A}"/>
          </ac:cxnSpMkLst>
        </pc:cxnChg>
        <pc:cxnChg chg="del">
          <ac:chgData name="musukie52@gmail.com" userId="017bd91f96aa8751" providerId="LiveId" clId="{5B2C3894-F97E-4CAB-8812-5BB4D83AAC6A}" dt="2026-04-27T01:31:19.260" v="1803" actId="478"/>
          <ac:cxnSpMkLst>
            <pc:docMk/>
            <pc:sldMk cId="1102944201" sldId="269"/>
            <ac:cxnSpMk id="26" creationId="{DC45F2F1-2ABE-8C4B-06F3-5EE1CD14D1C5}"/>
          </ac:cxnSpMkLst>
        </pc:cxnChg>
        <pc:cxnChg chg="del mod">
          <ac:chgData name="musukie52@gmail.com" userId="017bd91f96aa8751" providerId="LiveId" clId="{5B2C3894-F97E-4CAB-8812-5BB4D83AAC6A}" dt="2026-04-27T01:42:56.127" v="2557" actId="21"/>
          <ac:cxnSpMkLst>
            <pc:docMk/>
            <pc:sldMk cId="1102944201" sldId="269"/>
            <ac:cxnSpMk id="27" creationId="{AA4D0E02-FDFE-27DF-F1CC-47B4DBDDB0CC}"/>
          </ac:cxnSpMkLst>
        </pc:cxnChg>
        <pc:cxnChg chg="del">
          <ac:chgData name="musukie52@gmail.com" userId="017bd91f96aa8751" providerId="LiveId" clId="{5B2C3894-F97E-4CAB-8812-5BB4D83AAC6A}" dt="2026-04-27T01:31:19.260" v="1803" actId="478"/>
          <ac:cxnSpMkLst>
            <pc:docMk/>
            <pc:sldMk cId="1102944201" sldId="269"/>
            <ac:cxnSpMk id="28" creationId="{A26530C9-1A13-FFFE-889F-BA03AF93B252}"/>
          </ac:cxnSpMkLst>
        </pc:cxnChg>
      </pc:sldChg>
      <pc:sldChg chg="modSp add mod setBg">
        <pc:chgData name="musukie52@gmail.com" userId="017bd91f96aa8751" providerId="LiveId" clId="{5B2C3894-F97E-4CAB-8812-5BB4D83AAC6A}" dt="2026-04-27T02:46:41.891" v="4402"/>
        <pc:sldMkLst>
          <pc:docMk/>
          <pc:sldMk cId="4253053300" sldId="270"/>
        </pc:sldMkLst>
        <pc:spChg chg="mod">
          <ac:chgData name="musukie52@gmail.com" userId="017bd91f96aa8751" providerId="LiveId" clId="{5B2C3894-F97E-4CAB-8812-5BB4D83AAC6A}" dt="2026-04-27T01:49:15.088" v="2738" actId="1076"/>
          <ac:spMkLst>
            <pc:docMk/>
            <pc:sldMk cId="4253053300" sldId="270"/>
            <ac:spMk id="9" creationId="{2F8F8B02-81FC-EC79-447E-50825F8C8033}"/>
          </ac:spMkLst>
        </pc:spChg>
        <pc:graphicFrameChg chg="mod modGraphic">
          <ac:chgData name="musukie52@gmail.com" userId="017bd91f96aa8751" providerId="LiveId" clId="{5B2C3894-F97E-4CAB-8812-5BB4D83AAC6A}" dt="2026-04-27T02:46:41.891" v="4402"/>
          <ac:graphicFrameMkLst>
            <pc:docMk/>
            <pc:sldMk cId="4253053300" sldId="270"/>
            <ac:graphicFrameMk id="8" creationId="{2D188F51-2037-90B9-8BBB-C8EAF568D357}"/>
          </ac:graphicFrameMkLst>
        </pc:graphicFrameChg>
        <pc:cxnChg chg="mod">
          <ac:chgData name="musukie52@gmail.com" userId="017bd91f96aa8751" providerId="LiveId" clId="{5B2C3894-F97E-4CAB-8812-5BB4D83AAC6A}" dt="2026-04-27T01:51:52.118" v="2824" actId="1076"/>
          <ac:cxnSpMkLst>
            <pc:docMk/>
            <pc:sldMk cId="4253053300" sldId="270"/>
            <ac:cxnSpMk id="10" creationId="{601FF398-FA38-3264-E4B7-26756D8A6B04}"/>
          </ac:cxnSpMkLst>
        </pc:cxnChg>
        <pc:cxnChg chg="mod">
          <ac:chgData name="musukie52@gmail.com" userId="017bd91f96aa8751" providerId="LiveId" clId="{5B2C3894-F97E-4CAB-8812-5BB4D83AAC6A}" dt="2026-04-27T01:58:41.621" v="3445" actId="1036"/>
          <ac:cxnSpMkLst>
            <pc:docMk/>
            <pc:sldMk cId="4253053300" sldId="270"/>
            <ac:cxnSpMk id="11" creationId="{5CA336FA-9DAB-A084-69C3-EF9F93CE3C8F}"/>
          </ac:cxnSpMkLst>
        </pc:cxnChg>
        <pc:cxnChg chg="mod">
          <ac:chgData name="musukie52@gmail.com" userId="017bd91f96aa8751" providerId="LiveId" clId="{5B2C3894-F97E-4CAB-8812-5BB4D83AAC6A}" dt="2026-04-27T01:49:22" v="2739" actId="1076"/>
          <ac:cxnSpMkLst>
            <pc:docMk/>
            <pc:sldMk cId="4253053300" sldId="270"/>
            <ac:cxnSpMk id="12" creationId="{3AE14D08-C52F-FDB7-46F4-258A96B80764}"/>
          </ac:cxnSpMkLst>
        </pc:cxnChg>
        <pc:cxnChg chg="mod">
          <ac:chgData name="musukie52@gmail.com" userId="017bd91f96aa8751" providerId="LiveId" clId="{5B2C3894-F97E-4CAB-8812-5BB4D83AAC6A}" dt="2026-04-27T01:49:22" v="2739" actId="1076"/>
          <ac:cxnSpMkLst>
            <pc:docMk/>
            <pc:sldMk cId="4253053300" sldId="270"/>
            <ac:cxnSpMk id="13" creationId="{E7A80DAC-F3E7-FE22-62BC-31BF0C35C265}"/>
          </ac:cxnSpMkLst>
        </pc:cxnChg>
        <pc:cxnChg chg="mod">
          <ac:chgData name="musukie52@gmail.com" userId="017bd91f96aa8751" providerId="LiveId" clId="{5B2C3894-F97E-4CAB-8812-5BB4D83AAC6A}" dt="2026-04-27T01:51:59.590" v="2827" actId="1036"/>
          <ac:cxnSpMkLst>
            <pc:docMk/>
            <pc:sldMk cId="4253053300" sldId="270"/>
            <ac:cxnSpMk id="18" creationId="{5E19DAD2-3454-127C-EEB4-B4F1F95C7977}"/>
          </ac:cxnSpMkLst>
        </pc:cxnChg>
        <pc:cxnChg chg="mod">
          <ac:chgData name="musukie52@gmail.com" userId="017bd91f96aa8751" providerId="LiveId" clId="{5B2C3894-F97E-4CAB-8812-5BB4D83AAC6A}" dt="2026-04-27T01:49:22" v="2739" actId="1076"/>
          <ac:cxnSpMkLst>
            <pc:docMk/>
            <pc:sldMk cId="4253053300" sldId="270"/>
            <ac:cxnSpMk id="19" creationId="{DAC60E8B-67FE-2CD4-FAE2-CCE74A2A6816}"/>
          </ac:cxnSpMkLst>
        </pc:cxnChg>
        <pc:cxnChg chg="mod">
          <ac:chgData name="musukie52@gmail.com" userId="017bd91f96aa8751" providerId="LiveId" clId="{5B2C3894-F97E-4CAB-8812-5BB4D83AAC6A}" dt="2026-04-27T01:49:22" v="2739" actId="1076"/>
          <ac:cxnSpMkLst>
            <pc:docMk/>
            <pc:sldMk cId="4253053300" sldId="270"/>
            <ac:cxnSpMk id="21" creationId="{CF95E45F-99E0-3B62-3E1C-22A8B9B08651}"/>
          </ac:cxnSpMkLst>
        </pc:cxnChg>
        <pc:cxnChg chg="mod">
          <ac:chgData name="musukie52@gmail.com" userId="017bd91f96aa8751" providerId="LiveId" clId="{5B2C3894-F97E-4CAB-8812-5BB4D83AAC6A}" dt="2026-04-27T01:58:45.845" v="3449" actId="1035"/>
          <ac:cxnSpMkLst>
            <pc:docMk/>
            <pc:sldMk cId="4253053300" sldId="270"/>
            <ac:cxnSpMk id="22" creationId="{54A8997F-E218-3D50-48D8-B88A37B3B369}"/>
          </ac:cxnSpMkLst>
        </pc:cxnChg>
        <pc:cxnChg chg="mod">
          <ac:chgData name="musukie52@gmail.com" userId="017bd91f96aa8751" providerId="LiveId" clId="{5B2C3894-F97E-4CAB-8812-5BB4D83AAC6A}" dt="2026-04-27T01:49:22" v="2739" actId="1076"/>
          <ac:cxnSpMkLst>
            <pc:docMk/>
            <pc:sldMk cId="4253053300" sldId="270"/>
            <ac:cxnSpMk id="23" creationId="{F4C23AF2-CCF4-BE69-707C-0514257F4CF3}"/>
          </ac:cxnSpMkLst>
        </pc:cxnChg>
      </pc:sldChg>
      <pc:sldChg chg="addSp delSp modSp add mod ord setBg">
        <pc:chgData name="musukie52@gmail.com" userId="017bd91f96aa8751" providerId="LiveId" clId="{5B2C3894-F97E-4CAB-8812-5BB4D83AAC6A}" dt="2026-04-27T03:31:19.727" v="6480" actId="21"/>
        <pc:sldMkLst>
          <pc:docMk/>
          <pc:sldMk cId="4174942303" sldId="271"/>
        </pc:sldMkLst>
        <pc:spChg chg="add del mod">
          <ac:chgData name="musukie52@gmail.com" userId="017bd91f96aa8751" providerId="LiveId" clId="{5B2C3894-F97E-4CAB-8812-5BB4D83AAC6A}" dt="2026-04-27T03:31:19.727" v="6480" actId="21"/>
          <ac:spMkLst>
            <pc:docMk/>
            <pc:sldMk cId="4174942303" sldId="271"/>
            <ac:spMk id="2" creationId="{E95E67E7-8DDF-8EA4-3C5D-3DD2A1F97705}"/>
          </ac:spMkLst>
        </pc:spChg>
        <pc:spChg chg="mod">
          <ac:chgData name="musukie52@gmail.com" userId="017bd91f96aa8751" providerId="LiveId" clId="{5B2C3894-F97E-4CAB-8812-5BB4D83AAC6A}" dt="2026-04-27T01:50:01.064" v="2781"/>
          <ac:spMkLst>
            <pc:docMk/>
            <pc:sldMk cId="4174942303" sldId="271"/>
            <ac:spMk id="9" creationId="{7671B1C6-0131-52B0-55CB-F5C1C469ECBE}"/>
          </ac:spMkLst>
        </pc:spChg>
      </pc:sldChg>
      <pc:sldChg chg="add del setBg">
        <pc:chgData name="musukie52@gmail.com" userId="017bd91f96aa8751" providerId="LiveId" clId="{5B2C3894-F97E-4CAB-8812-5BB4D83AAC6A}" dt="2026-04-27T01:49:47.907" v="2744"/>
        <pc:sldMkLst>
          <pc:docMk/>
          <pc:sldMk cId="2308118613" sldId="272"/>
        </pc:sldMkLst>
      </pc:sldChg>
      <pc:sldChg chg="addSp delSp modSp add mod setBg">
        <pc:chgData name="musukie52@gmail.com" userId="017bd91f96aa8751" providerId="LiveId" clId="{5B2C3894-F97E-4CAB-8812-5BB4D83AAC6A}" dt="2026-04-27T04:16:01.152" v="8091" actId="21"/>
        <pc:sldMkLst>
          <pc:docMk/>
          <pc:sldMk cId="4194960012" sldId="272"/>
        </pc:sldMkLst>
        <pc:spChg chg="mod">
          <ac:chgData name="musukie52@gmail.com" userId="017bd91f96aa8751" providerId="LiveId" clId="{5B2C3894-F97E-4CAB-8812-5BB4D83AAC6A}" dt="2026-04-27T02:42:53.503" v="4166"/>
          <ac:spMkLst>
            <pc:docMk/>
            <pc:sldMk cId="4194960012" sldId="272"/>
            <ac:spMk id="9" creationId="{F97893BF-5205-418A-C44E-E072D77F2229}"/>
          </ac:spMkLst>
        </pc:spChg>
        <pc:graphicFrameChg chg="mod modGraphic">
          <ac:chgData name="musukie52@gmail.com" userId="017bd91f96aa8751" providerId="LiveId" clId="{5B2C3894-F97E-4CAB-8812-5BB4D83AAC6A}" dt="2026-04-27T03:53:38.382" v="7908"/>
          <ac:graphicFrameMkLst>
            <pc:docMk/>
            <pc:sldMk cId="4194960012" sldId="272"/>
            <ac:graphicFrameMk id="8" creationId="{08161C7E-D6DF-3FEF-7C58-CB197422DDC0}"/>
          </ac:graphicFrameMkLst>
        </pc:graphicFrameChg>
        <pc:picChg chg="add del mod">
          <ac:chgData name="musukie52@gmail.com" userId="017bd91f96aa8751" providerId="LiveId" clId="{5B2C3894-F97E-4CAB-8812-5BB4D83AAC6A}" dt="2026-04-27T04:16:01.152" v="8091" actId="21"/>
          <ac:picMkLst>
            <pc:docMk/>
            <pc:sldMk cId="4194960012" sldId="272"/>
            <ac:picMk id="14" creationId="{175DC83A-3BFF-4B06-29C4-16E8D39D4538}"/>
          </ac:picMkLst>
        </pc:picChg>
        <pc:picChg chg="add del mod modCrop">
          <ac:chgData name="musukie52@gmail.com" userId="017bd91f96aa8751" providerId="LiveId" clId="{5B2C3894-F97E-4CAB-8812-5BB4D83AAC6A}" dt="2026-04-27T04:15:41.957" v="8087" actId="478"/>
          <ac:picMkLst>
            <pc:docMk/>
            <pc:sldMk cId="4194960012" sldId="272"/>
            <ac:picMk id="98" creationId="{92F33F83-8661-4A87-4BD0-46D99BF341A0}"/>
          </ac:picMkLst>
        </pc:picChg>
        <pc:cxnChg chg="add mod">
          <ac:chgData name="musukie52@gmail.com" userId="017bd91f96aa8751" providerId="LiveId" clId="{5B2C3894-F97E-4CAB-8812-5BB4D83AAC6A}" dt="2026-04-27T03:47:17.916" v="7124"/>
          <ac:cxnSpMkLst>
            <pc:docMk/>
            <pc:sldMk cId="4194960012" sldId="272"/>
            <ac:cxnSpMk id="2" creationId="{00BA4745-E8F1-35DB-AE36-97E6A9EE2687}"/>
          </ac:cxnSpMkLst>
        </pc:cxnChg>
        <pc:cxnChg chg="add mod">
          <ac:chgData name="musukie52@gmail.com" userId="017bd91f96aa8751" providerId="LiveId" clId="{5B2C3894-F97E-4CAB-8812-5BB4D83AAC6A}" dt="2026-04-27T03:47:43.129" v="7142" actId="1076"/>
          <ac:cxnSpMkLst>
            <pc:docMk/>
            <pc:sldMk cId="4194960012" sldId="272"/>
            <ac:cxnSpMk id="3" creationId="{E53BCA92-50F7-44E3-6D5D-AD21A62C9DCF}"/>
          </ac:cxnSpMkLst>
        </pc:cxnChg>
        <pc:cxnChg chg="add mod">
          <ac:chgData name="musukie52@gmail.com" userId="017bd91f96aa8751" providerId="LiveId" clId="{5B2C3894-F97E-4CAB-8812-5BB4D83AAC6A}" dt="2026-04-27T03:47:25.361" v="7128"/>
          <ac:cxnSpMkLst>
            <pc:docMk/>
            <pc:sldMk cId="4194960012" sldId="272"/>
            <ac:cxnSpMk id="4" creationId="{BA25B4DE-456D-60DA-E5ED-948232DC3F70}"/>
          </ac:cxnSpMkLst>
        </pc:cxnChg>
        <pc:cxnChg chg="add mod">
          <ac:chgData name="musukie52@gmail.com" userId="017bd91f96aa8751" providerId="LiveId" clId="{5B2C3894-F97E-4CAB-8812-5BB4D83AAC6A}" dt="2026-04-27T03:47:27.649" v="7129"/>
          <ac:cxnSpMkLst>
            <pc:docMk/>
            <pc:sldMk cId="4194960012" sldId="272"/>
            <ac:cxnSpMk id="5" creationId="{1D3BD9AB-6874-5440-7DE9-B7FAC9D31493}"/>
          </ac:cxnSpMkLst>
        </pc:cxnChg>
        <pc:cxnChg chg="add mod">
          <ac:chgData name="musukie52@gmail.com" userId="017bd91f96aa8751" providerId="LiveId" clId="{5B2C3894-F97E-4CAB-8812-5BB4D83AAC6A}" dt="2026-04-27T03:47:31.864" v="7131"/>
          <ac:cxnSpMkLst>
            <pc:docMk/>
            <pc:sldMk cId="4194960012" sldId="272"/>
            <ac:cxnSpMk id="6" creationId="{505D1204-F380-9077-945E-831AC7B01717}"/>
          </ac:cxnSpMkLst>
        </pc:cxnChg>
        <pc:cxnChg chg="del">
          <ac:chgData name="musukie52@gmail.com" userId="017bd91f96aa8751" providerId="LiveId" clId="{5B2C3894-F97E-4CAB-8812-5BB4D83AAC6A}" dt="2026-04-27T02:44:06.043" v="4292" actId="478"/>
          <ac:cxnSpMkLst>
            <pc:docMk/>
            <pc:sldMk cId="4194960012" sldId="272"/>
            <ac:cxnSpMk id="10" creationId="{1E841ED1-7FED-1C29-51B1-98A3C122F5D1}"/>
          </ac:cxnSpMkLst>
        </pc:cxnChg>
        <pc:cxnChg chg="del mod">
          <ac:chgData name="musukie52@gmail.com" userId="017bd91f96aa8751" providerId="LiveId" clId="{5B2C3894-F97E-4CAB-8812-5BB4D83AAC6A}" dt="2026-04-27T03:47:21.037" v="7125" actId="21"/>
          <ac:cxnSpMkLst>
            <pc:docMk/>
            <pc:sldMk cId="4194960012" sldId="272"/>
            <ac:cxnSpMk id="11" creationId="{E53BCA92-50F7-44E3-6D5D-AD21A62C9DCF}"/>
          </ac:cxnSpMkLst>
        </pc:cxnChg>
        <pc:cxnChg chg="del">
          <ac:chgData name="musukie52@gmail.com" userId="017bd91f96aa8751" providerId="LiveId" clId="{5B2C3894-F97E-4CAB-8812-5BB4D83AAC6A}" dt="2026-04-27T02:44:03.450" v="4291" actId="478"/>
          <ac:cxnSpMkLst>
            <pc:docMk/>
            <pc:sldMk cId="4194960012" sldId="272"/>
            <ac:cxnSpMk id="13" creationId="{58BFD210-ABD0-0BE7-9E87-7AFF7F4293DD}"/>
          </ac:cxnSpMkLst>
        </pc:cxnChg>
        <pc:cxnChg chg="mod">
          <ac:chgData name="musukie52@gmail.com" userId="017bd91f96aa8751" providerId="LiveId" clId="{5B2C3894-F97E-4CAB-8812-5BB4D83AAC6A}" dt="2026-04-27T03:47:14.857" v="7122" actId="1076"/>
          <ac:cxnSpMkLst>
            <pc:docMk/>
            <pc:sldMk cId="4194960012" sldId="272"/>
            <ac:cxnSpMk id="18" creationId="{3EEE7AFA-562B-B97C-0059-07B030E540A6}"/>
          </ac:cxnSpMkLst>
        </pc:cxnChg>
        <pc:cxnChg chg="mod">
          <ac:chgData name="musukie52@gmail.com" userId="017bd91f96aa8751" providerId="LiveId" clId="{5B2C3894-F97E-4CAB-8812-5BB4D83AAC6A}" dt="2026-04-27T03:47:38.528" v="7141" actId="1036"/>
          <ac:cxnSpMkLst>
            <pc:docMk/>
            <pc:sldMk cId="4194960012" sldId="272"/>
            <ac:cxnSpMk id="21" creationId="{4DF8D5A4-3548-EAB0-0F33-664E85BF2F9C}"/>
          </ac:cxnSpMkLst>
        </pc:cxnChg>
        <pc:cxnChg chg="mod">
          <ac:chgData name="musukie52@gmail.com" userId="017bd91f96aa8751" providerId="LiveId" clId="{5B2C3894-F97E-4CAB-8812-5BB4D83AAC6A}" dt="2026-04-27T02:44:16.552" v="4305" actId="1036"/>
          <ac:cxnSpMkLst>
            <pc:docMk/>
            <pc:sldMk cId="4194960012" sldId="272"/>
            <ac:cxnSpMk id="22" creationId="{2D409813-F394-8BFF-845C-F35ECB0E72DD}"/>
          </ac:cxnSpMkLst>
        </pc:cxnChg>
      </pc:sldChg>
      <pc:sldChg chg="addSp delSp modSp add mod setBg">
        <pc:chgData name="musukie52@gmail.com" userId="017bd91f96aa8751" providerId="LiveId" clId="{5B2C3894-F97E-4CAB-8812-5BB4D83AAC6A}" dt="2026-04-27T03:25:14.550" v="6415" actId="20577"/>
        <pc:sldMkLst>
          <pc:docMk/>
          <pc:sldMk cId="1270997780" sldId="273"/>
        </pc:sldMkLst>
        <pc:spChg chg="mod">
          <ac:chgData name="musukie52@gmail.com" userId="017bd91f96aa8751" providerId="LiveId" clId="{5B2C3894-F97E-4CAB-8812-5BB4D83AAC6A}" dt="2026-04-27T03:13:46.540" v="5190"/>
          <ac:spMkLst>
            <pc:docMk/>
            <pc:sldMk cId="1270997780" sldId="273"/>
            <ac:spMk id="9" creationId="{BBD3B933-59EC-FD7E-6828-42E62A0FBC6D}"/>
          </ac:spMkLst>
        </pc:spChg>
        <pc:graphicFrameChg chg="mod modGraphic">
          <ac:chgData name="musukie52@gmail.com" userId="017bd91f96aa8751" providerId="LiveId" clId="{5B2C3894-F97E-4CAB-8812-5BB4D83AAC6A}" dt="2026-04-27T03:25:14.550" v="6415" actId="20577"/>
          <ac:graphicFrameMkLst>
            <pc:docMk/>
            <pc:sldMk cId="1270997780" sldId="273"/>
            <ac:graphicFrameMk id="8" creationId="{692223C8-2E13-9609-6DDE-60216D86C09C}"/>
          </ac:graphicFrameMkLst>
        </pc:graphicFrameChg>
        <pc:cxnChg chg="add mod">
          <ac:chgData name="musukie52@gmail.com" userId="017bd91f96aa8751" providerId="LiveId" clId="{5B2C3894-F97E-4CAB-8812-5BB4D83AAC6A}" dt="2026-04-27T03:16:51.892" v="5660"/>
          <ac:cxnSpMkLst>
            <pc:docMk/>
            <pc:sldMk cId="1270997780" sldId="273"/>
            <ac:cxnSpMk id="2" creationId="{A321B22D-9B91-4DC0-407F-8F97B76A5E46}"/>
          </ac:cxnSpMkLst>
        </pc:cxnChg>
        <pc:cxnChg chg="add mod">
          <ac:chgData name="musukie52@gmail.com" userId="017bd91f96aa8751" providerId="LiveId" clId="{5B2C3894-F97E-4CAB-8812-5BB4D83AAC6A}" dt="2026-04-27T03:17:03.968" v="5670" actId="1035"/>
          <ac:cxnSpMkLst>
            <pc:docMk/>
            <pc:sldMk cId="1270997780" sldId="273"/>
            <ac:cxnSpMk id="3" creationId="{C0C35772-FD31-1188-E7A2-0F8F34313C1B}"/>
          </ac:cxnSpMkLst>
        </pc:cxnChg>
        <pc:cxnChg chg="add mod">
          <ac:chgData name="musukie52@gmail.com" userId="017bd91f96aa8751" providerId="LiveId" clId="{5B2C3894-F97E-4CAB-8812-5BB4D83AAC6A}" dt="2026-04-27T03:22:14.694" v="6077"/>
          <ac:cxnSpMkLst>
            <pc:docMk/>
            <pc:sldMk cId="1270997780" sldId="273"/>
            <ac:cxnSpMk id="4" creationId="{586C5AEF-72BF-1C8C-90EA-FC6A4470258A}"/>
          </ac:cxnSpMkLst>
        </pc:cxnChg>
        <pc:cxnChg chg="add mod">
          <ac:chgData name="musukie52@gmail.com" userId="017bd91f96aa8751" providerId="LiveId" clId="{5B2C3894-F97E-4CAB-8812-5BB4D83AAC6A}" dt="2026-04-27T03:22:19.415" v="6079"/>
          <ac:cxnSpMkLst>
            <pc:docMk/>
            <pc:sldMk cId="1270997780" sldId="273"/>
            <ac:cxnSpMk id="5" creationId="{077B5D62-8E7C-7C5D-9DE8-A5BB39F6EE6A}"/>
          </ac:cxnSpMkLst>
        </pc:cxnChg>
        <pc:cxnChg chg="mod">
          <ac:chgData name="musukie52@gmail.com" userId="017bd91f96aa8751" providerId="LiveId" clId="{5B2C3894-F97E-4CAB-8812-5BB4D83AAC6A}" dt="2026-04-27T03:22:26.654" v="6085" actId="1035"/>
          <ac:cxnSpMkLst>
            <pc:docMk/>
            <pc:sldMk cId="1270997780" sldId="273"/>
            <ac:cxnSpMk id="11" creationId="{C3AD9BD6-36A7-AA61-284E-E9BC7E449F9D}"/>
          </ac:cxnSpMkLst>
        </pc:cxnChg>
        <pc:cxnChg chg="mod">
          <ac:chgData name="musukie52@gmail.com" userId="017bd91f96aa8751" providerId="LiveId" clId="{5B2C3894-F97E-4CAB-8812-5BB4D83AAC6A}" dt="2026-04-27T03:22:24.678" v="6084" actId="1036"/>
          <ac:cxnSpMkLst>
            <pc:docMk/>
            <pc:sldMk cId="1270997780" sldId="273"/>
            <ac:cxnSpMk id="18" creationId="{03033E90-AA4A-3FE0-1F04-F177EB27DAC8}"/>
          </ac:cxnSpMkLst>
        </pc:cxnChg>
        <pc:cxnChg chg="del">
          <ac:chgData name="musukie52@gmail.com" userId="017bd91f96aa8751" providerId="LiveId" clId="{5B2C3894-F97E-4CAB-8812-5BB4D83AAC6A}" dt="2026-04-27T03:16:49.489" v="5659" actId="478"/>
          <ac:cxnSpMkLst>
            <pc:docMk/>
            <pc:sldMk cId="1270997780" sldId="273"/>
            <ac:cxnSpMk id="21" creationId="{8F0ACEBF-056E-E7F8-69C0-AE820DC87F94}"/>
          </ac:cxnSpMkLst>
        </pc:cxnChg>
        <pc:cxnChg chg="del">
          <ac:chgData name="musukie52@gmail.com" userId="017bd91f96aa8751" providerId="LiveId" clId="{5B2C3894-F97E-4CAB-8812-5BB4D83AAC6A}" dt="2026-04-27T03:16:56.985" v="5662" actId="478"/>
          <ac:cxnSpMkLst>
            <pc:docMk/>
            <pc:sldMk cId="1270997780" sldId="273"/>
            <ac:cxnSpMk id="22" creationId="{0378894E-1BF6-634C-CA79-3E17EB3E57C3}"/>
          </ac:cxnSpMkLst>
        </pc:cxnChg>
      </pc:sldChg>
      <pc:sldChg chg="addSp delSp modSp add mod setBg">
        <pc:chgData name="musukie52@gmail.com" userId="017bd91f96aa8751" providerId="LiveId" clId="{5B2C3894-F97E-4CAB-8812-5BB4D83AAC6A}" dt="2026-04-27T04:13:13.948" v="8082" actId="21"/>
        <pc:sldMkLst>
          <pc:docMk/>
          <pc:sldMk cId="4210404852" sldId="274"/>
        </pc:sldMkLst>
        <pc:spChg chg="mod">
          <ac:chgData name="musukie52@gmail.com" userId="017bd91f96aa8751" providerId="LiveId" clId="{5B2C3894-F97E-4CAB-8812-5BB4D83AAC6A}" dt="2026-04-27T04:09:44.573" v="8041" actId="1076"/>
          <ac:spMkLst>
            <pc:docMk/>
            <pc:sldMk cId="4210404852" sldId="274"/>
            <ac:spMk id="2" creationId="{A17BC2E9-69F4-CA72-CE7B-22B8F564937E}"/>
          </ac:spMkLst>
        </pc:spChg>
        <pc:spChg chg="add mod">
          <ac:chgData name="musukie52@gmail.com" userId="017bd91f96aa8751" providerId="LiveId" clId="{5B2C3894-F97E-4CAB-8812-5BB4D83AAC6A}" dt="2026-04-27T04:09:57.068" v="8044" actId="1076"/>
          <ac:spMkLst>
            <pc:docMk/>
            <pc:sldMk cId="4210404852" sldId="274"/>
            <ac:spMk id="8" creationId="{4B4F9AAA-3885-F23C-4032-3BCDB7C0AECC}"/>
          </ac:spMkLst>
        </pc:spChg>
        <pc:spChg chg="add mod">
          <ac:chgData name="musukie52@gmail.com" userId="017bd91f96aa8751" providerId="LiveId" clId="{5B2C3894-F97E-4CAB-8812-5BB4D83AAC6A}" dt="2026-04-27T04:09:57.068" v="8044" actId="1076"/>
          <ac:spMkLst>
            <pc:docMk/>
            <pc:sldMk cId="4210404852" sldId="274"/>
            <ac:spMk id="10" creationId="{C4B7F3BC-D088-9DA9-C9F3-DCA36ABDD357}"/>
          </ac:spMkLst>
        </pc:spChg>
        <pc:spChg chg="mod">
          <ac:chgData name="musukie52@gmail.com" userId="017bd91f96aa8751" providerId="LiveId" clId="{5B2C3894-F97E-4CAB-8812-5BB4D83AAC6A}" dt="2026-04-27T03:58:45.494" v="7943" actId="1076"/>
          <ac:spMkLst>
            <pc:docMk/>
            <pc:sldMk cId="4210404852" sldId="274"/>
            <ac:spMk id="11" creationId="{68393ECD-E88A-0F32-B21C-A54F9EA5E970}"/>
          </ac:spMkLst>
        </pc:spChg>
        <pc:spChg chg="add del mod">
          <ac:chgData name="musukie52@gmail.com" userId="017bd91f96aa8751" providerId="LiveId" clId="{5B2C3894-F97E-4CAB-8812-5BB4D83AAC6A}" dt="2026-04-27T03:33:17.962" v="6518" actId="478"/>
          <ac:spMkLst>
            <pc:docMk/>
            <pc:sldMk cId="4210404852" sldId="274"/>
            <ac:spMk id="13" creationId="{06090D9B-591C-E424-2F72-1BD6E089B5A0}"/>
          </ac:spMkLst>
        </pc:spChg>
        <pc:spChg chg="add mod">
          <ac:chgData name="musukie52@gmail.com" userId="017bd91f96aa8751" providerId="LiveId" clId="{5B2C3894-F97E-4CAB-8812-5BB4D83AAC6A}" dt="2026-04-27T03:35:58.157" v="6560"/>
          <ac:spMkLst>
            <pc:docMk/>
            <pc:sldMk cId="4210404852" sldId="274"/>
            <ac:spMk id="19" creationId="{49436CF5-02FE-2F50-437B-C410752D17F6}"/>
          </ac:spMkLst>
        </pc:spChg>
        <pc:spChg chg="add mod">
          <ac:chgData name="musukie52@gmail.com" userId="017bd91f96aa8751" providerId="LiveId" clId="{5B2C3894-F97E-4CAB-8812-5BB4D83AAC6A}" dt="2026-04-27T03:35:58.157" v="6560"/>
          <ac:spMkLst>
            <pc:docMk/>
            <pc:sldMk cId="4210404852" sldId="274"/>
            <ac:spMk id="21" creationId="{D6A79A1C-1A2E-4653-C8A4-E1B6BDD9252A}"/>
          </ac:spMkLst>
        </pc:spChg>
        <pc:spChg chg="add mod">
          <ac:chgData name="musukie52@gmail.com" userId="017bd91f96aa8751" providerId="LiveId" clId="{5B2C3894-F97E-4CAB-8812-5BB4D83AAC6A}" dt="2026-04-27T04:08:54.754" v="8035" actId="1076"/>
          <ac:spMkLst>
            <pc:docMk/>
            <pc:sldMk cId="4210404852" sldId="274"/>
            <ac:spMk id="22" creationId="{40A6FE97-8329-D21E-90AB-4433A09F8D09}"/>
          </ac:spMkLst>
        </pc:spChg>
        <pc:spChg chg="add mod">
          <ac:chgData name="musukie52@gmail.com" userId="017bd91f96aa8751" providerId="LiveId" clId="{5B2C3894-F97E-4CAB-8812-5BB4D83AAC6A}" dt="2026-04-27T04:08:54.754" v="8035" actId="1076"/>
          <ac:spMkLst>
            <pc:docMk/>
            <pc:sldMk cId="4210404852" sldId="274"/>
            <ac:spMk id="23" creationId="{BE73BCD5-F28F-A44D-D380-0B4C43D1CD02}"/>
          </ac:spMkLst>
        </pc:spChg>
        <pc:spChg chg="add mod">
          <ac:chgData name="musukie52@gmail.com" userId="017bd91f96aa8751" providerId="LiveId" clId="{5B2C3894-F97E-4CAB-8812-5BB4D83AAC6A}" dt="2026-04-27T04:08:35.525" v="8031" actId="1076"/>
          <ac:spMkLst>
            <pc:docMk/>
            <pc:sldMk cId="4210404852" sldId="274"/>
            <ac:spMk id="24" creationId="{F0742547-0070-7991-5B3B-1645DD0E8024}"/>
          </ac:spMkLst>
        </pc:spChg>
        <pc:spChg chg="add mod">
          <ac:chgData name="musukie52@gmail.com" userId="017bd91f96aa8751" providerId="LiveId" clId="{5B2C3894-F97E-4CAB-8812-5BB4D83AAC6A}" dt="2026-04-27T04:08:35.525" v="8031" actId="1076"/>
          <ac:spMkLst>
            <pc:docMk/>
            <pc:sldMk cId="4210404852" sldId="274"/>
            <ac:spMk id="25" creationId="{4751FD6C-7B42-C6BD-EE28-B3F9A676D685}"/>
          </ac:spMkLst>
        </pc:spChg>
        <pc:spChg chg="add mod">
          <ac:chgData name="musukie52@gmail.com" userId="017bd91f96aa8751" providerId="LiveId" clId="{5B2C3894-F97E-4CAB-8812-5BB4D83AAC6A}" dt="2026-04-27T04:09:57.068" v="8044" actId="1076"/>
          <ac:spMkLst>
            <pc:docMk/>
            <pc:sldMk cId="4210404852" sldId="274"/>
            <ac:spMk id="26" creationId="{760425FE-7733-3CAD-1AF2-430A320BDCA8}"/>
          </ac:spMkLst>
        </pc:spChg>
        <pc:spChg chg="add mod">
          <ac:chgData name="musukie52@gmail.com" userId="017bd91f96aa8751" providerId="LiveId" clId="{5B2C3894-F97E-4CAB-8812-5BB4D83AAC6A}" dt="2026-04-27T04:09:57.068" v="8044" actId="1076"/>
          <ac:spMkLst>
            <pc:docMk/>
            <pc:sldMk cId="4210404852" sldId="274"/>
            <ac:spMk id="27" creationId="{76A5D9FA-44F0-EDA4-7122-77A8D4139803}"/>
          </ac:spMkLst>
        </pc:spChg>
        <pc:spChg chg="add del mod">
          <ac:chgData name="musukie52@gmail.com" userId="017bd91f96aa8751" providerId="LiveId" clId="{5B2C3894-F97E-4CAB-8812-5BB4D83AAC6A}" dt="2026-04-27T03:57:43.383" v="7936" actId="478"/>
          <ac:spMkLst>
            <pc:docMk/>
            <pc:sldMk cId="4210404852" sldId="274"/>
            <ac:spMk id="28" creationId="{6FA061E2-A31D-A560-CAEE-C70707A9B3F8}"/>
          </ac:spMkLst>
        </pc:spChg>
        <pc:spChg chg="add del mod">
          <ac:chgData name="musukie52@gmail.com" userId="017bd91f96aa8751" providerId="LiveId" clId="{5B2C3894-F97E-4CAB-8812-5BB4D83AAC6A}" dt="2026-04-27T03:57:43.383" v="7936" actId="478"/>
          <ac:spMkLst>
            <pc:docMk/>
            <pc:sldMk cId="4210404852" sldId="274"/>
            <ac:spMk id="29" creationId="{E8F77CA5-6BD2-01AE-0D3B-2714571F02B3}"/>
          </ac:spMkLst>
        </pc:spChg>
        <pc:spChg chg="add del mod">
          <ac:chgData name="musukie52@gmail.com" userId="017bd91f96aa8751" providerId="LiveId" clId="{5B2C3894-F97E-4CAB-8812-5BB4D83AAC6A}" dt="2026-04-27T03:57:43.383" v="7936" actId="478"/>
          <ac:spMkLst>
            <pc:docMk/>
            <pc:sldMk cId="4210404852" sldId="274"/>
            <ac:spMk id="30" creationId="{4CF4020A-B04F-C916-233B-A4BD6FA0E895}"/>
          </ac:spMkLst>
        </pc:spChg>
        <pc:spChg chg="add del mod">
          <ac:chgData name="musukie52@gmail.com" userId="017bd91f96aa8751" providerId="LiveId" clId="{5B2C3894-F97E-4CAB-8812-5BB4D83AAC6A}" dt="2026-04-27T03:57:43.383" v="7936" actId="478"/>
          <ac:spMkLst>
            <pc:docMk/>
            <pc:sldMk cId="4210404852" sldId="274"/>
            <ac:spMk id="31" creationId="{A5055F82-7CBE-B520-CE7F-AC5D1144684B}"/>
          </ac:spMkLst>
        </pc:spChg>
        <pc:spChg chg="add mod">
          <ac:chgData name="musukie52@gmail.com" userId="017bd91f96aa8751" providerId="LiveId" clId="{5B2C3894-F97E-4CAB-8812-5BB4D83AAC6A}" dt="2026-04-27T04:09:46.949" v="8042" actId="14100"/>
          <ac:spMkLst>
            <pc:docMk/>
            <pc:sldMk cId="4210404852" sldId="274"/>
            <ac:spMk id="32" creationId="{5F9EACC3-599A-39FC-6D06-BE3D4875E844}"/>
          </ac:spMkLst>
        </pc:spChg>
        <pc:spChg chg="add del mod">
          <ac:chgData name="musukie52@gmail.com" userId="017bd91f96aa8751" providerId="LiveId" clId="{5B2C3894-F97E-4CAB-8812-5BB4D83AAC6A}" dt="2026-04-27T03:57:43.383" v="7936" actId="478"/>
          <ac:spMkLst>
            <pc:docMk/>
            <pc:sldMk cId="4210404852" sldId="274"/>
            <ac:spMk id="33" creationId="{F0926F8D-1662-5C14-A11D-3AAF378846CD}"/>
          </ac:spMkLst>
        </pc:spChg>
        <pc:spChg chg="add del mod">
          <ac:chgData name="musukie52@gmail.com" userId="017bd91f96aa8751" providerId="LiveId" clId="{5B2C3894-F97E-4CAB-8812-5BB4D83AAC6A}" dt="2026-04-27T03:57:43.383" v="7936" actId="478"/>
          <ac:spMkLst>
            <pc:docMk/>
            <pc:sldMk cId="4210404852" sldId="274"/>
            <ac:spMk id="34" creationId="{B748E2B5-5CFE-CB92-B150-90EF4D0B4763}"/>
          </ac:spMkLst>
        </pc:spChg>
        <pc:spChg chg="mod">
          <ac:chgData name="musukie52@gmail.com" userId="017bd91f96aa8751" providerId="LiveId" clId="{5B2C3894-F97E-4CAB-8812-5BB4D83AAC6A}" dt="2026-04-27T03:58:45.494" v="7943" actId="1076"/>
          <ac:spMkLst>
            <pc:docMk/>
            <pc:sldMk cId="4210404852" sldId="274"/>
            <ac:spMk id="51" creationId="{1A637E84-0794-8975-0377-205DA0E4F231}"/>
          </ac:spMkLst>
        </pc:spChg>
        <pc:spChg chg="mod">
          <ac:chgData name="musukie52@gmail.com" userId="017bd91f96aa8751" providerId="LiveId" clId="{5B2C3894-F97E-4CAB-8812-5BB4D83AAC6A}" dt="2026-04-27T03:58:45.494" v="7943" actId="1076"/>
          <ac:spMkLst>
            <pc:docMk/>
            <pc:sldMk cId="4210404852" sldId="274"/>
            <ac:spMk id="57" creationId="{CB5C0B38-01DB-74AE-2C1A-A58380293483}"/>
          </ac:spMkLst>
        </pc:spChg>
        <pc:spChg chg="add mod">
          <ac:chgData name="musukie52@gmail.com" userId="017bd91f96aa8751" providerId="LiveId" clId="{5B2C3894-F97E-4CAB-8812-5BB4D83AAC6A}" dt="2026-04-27T04:08:35.525" v="8031" actId="1076"/>
          <ac:spMkLst>
            <pc:docMk/>
            <pc:sldMk cId="4210404852" sldId="274"/>
            <ac:spMk id="63" creationId="{9E42646C-A03E-A3F4-72C9-EB4056B454F6}"/>
          </ac:spMkLst>
        </pc:spChg>
        <pc:spChg chg="mod ord">
          <ac:chgData name="musukie52@gmail.com" userId="017bd91f96aa8751" providerId="LiveId" clId="{5B2C3894-F97E-4CAB-8812-5BB4D83AAC6A}" dt="2026-04-27T03:58:45.494" v="7943" actId="1076"/>
          <ac:spMkLst>
            <pc:docMk/>
            <pc:sldMk cId="4210404852" sldId="274"/>
            <ac:spMk id="69" creationId="{A0FB0078-3B22-49B1-1E83-DCE99298BBB1}"/>
          </ac:spMkLst>
        </pc:spChg>
        <pc:spChg chg="mod">
          <ac:chgData name="musukie52@gmail.com" userId="017bd91f96aa8751" providerId="LiveId" clId="{5B2C3894-F97E-4CAB-8812-5BB4D83AAC6A}" dt="2026-04-27T03:58:45.494" v="7943" actId="1076"/>
          <ac:spMkLst>
            <pc:docMk/>
            <pc:sldMk cId="4210404852" sldId="274"/>
            <ac:spMk id="70" creationId="{0CD617AA-5CA7-C846-6C86-3DB845DE18A6}"/>
          </ac:spMkLst>
        </pc:spChg>
        <pc:spChg chg="mod">
          <ac:chgData name="musukie52@gmail.com" userId="017bd91f96aa8751" providerId="LiveId" clId="{5B2C3894-F97E-4CAB-8812-5BB4D83AAC6A}" dt="2026-04-27T04:09:44.573" v="8041" actId="1076"/>
          <ac:spMkLst>
            <pc:docMk/>
            <pc:sldMk cId="4210404852" sldId="274"/>
            <ac:spMk id="71" creationId="{D92A9C2A-DF39-580D-4808-08D0C511B619}"/>
          </ac:spMkLst>
        </pc:spChg>
        <pc:spChg chg="mod">
          <ac:chgData name="musukie52@gmail.com" userId="017bd91f96aa8751" providerId="LiveId" clId="{5B2C3894-F97E-4CAB-8812-5BB4D83AAC6A}" dt="2026-04-27T04:09:44.573" v="8041" actId="1076"/>
          <ac:spMkLst>
            <pc:docMk/>
            <pc:sldMk cId="4210404852" sldId="274"/>
            <ac:spMk id="72" creationId="{F15F5949-1AE5-E8DE-4D1D-5AD93F19F557}"/>
          </ac:spMkLst>
        </pc:spChg>
        <pc:spChg chg="mod">
          <ac:chgData name="musukie52@gmail.com" userId="017bd91f96aa8751" providerId="LiveId" clId="{5B2C3894-F97E-4CAB-8812-5BB4D83AAC6A}" dt="2026-04-27T04:09:44.573" v="8041" actId="1076"/>
          <ac:spMkLst>
            <pc:docMk/>
            <pc:sldMk cId="4210404852" sldId="274"/>
            <ac:spMk id="75" creationId="{EB2A1D9D-5F4D-139A-7E99-FBFA1FC53262}"/>
          </ac:spMkLst>
        </pc:spChg>
        <pc:spChg chg="mod">
          <ac:chgData name="musukie52@gmail.com" userId="017bd91f96aa8751" providerId="LiveId" clId="{5B2C3894-F97E-4CAB-8812-5BB4D83AAC6A}" dt="2026-04-27T04:09:44.573" v="8041" actId="1076"/>
          <ac:spMkLst>
            <pc:docMk/>
            <pc:sldMk cId="4210404852" sldId="274"/>
            <ac:spMk id="76" creationId="{00C8BF4D-25A0-6970-137E-EC8ED8F1596D}"/>
          </ac:spMkLst>
        </pc:spChg>
        <pc:spChg chg="mod">
          <ac:chgData name="musukie52@gmail.com" userId="017bd91f96aa8751" providerId="LiveId" clId="{5B2C3894-F97E-4CAB-8812-5BB4D83AAC6A}" dt="2026-04-27T04:11:29.541" v="8063" actId="1076"/>
          <ac:spMkLst>
            <pc:docMk/>
            <pc:sldMk cId="4210404852" sldId="274"/>
            <ac:spMk id="77" creationId="{63B2214D-0051-70EA-AA3A-2752F1283506}"/>
          </ac:spMkLst>
        </pc:spChg>
        <pc:spChg chg="mod">
          <ac:chgData name="musukie52@gmail.com" userId="017bd91f96aa8751" providerId="LiveId" clId="{5B2C3894-F97E-4CAB-8812-5BB4D83AAC6A}" dt="2026-04-27T04:11:29.541" v="8063" actId="1076"/>
          <ac:spMkLst>
            <pc:docMk/>
            <pc:sldMk cId="4210404852" sldId="274"/>
            <ac:spMk id="78" creationId="{F0093E59-BC69-413F-2AC8-33C26E752B2D}"/>
          </ac:spMkLst>
        </pc:spChg>
        <pc:spChg chg="mod">
          <ac:chgData name="musukie52@gmail.com" userId="017bd91f96aa8751" providerId="LiveId" clId="{5B2C3894-F97E-4CAB-8812-5BB4D83AAC6A}" dt="2026-04-27T04:08:35.525" v="8031" actId="1076"/>
          <ac:spMkLst>
            <pc:docMk/>
            <pc:sldMk cId="4210404852" sldId="274"/>
            <ac:spMk id="83" creationId="{824A7B9A-B41C-543F-0497-73EA08937BB9}"/>
          </ac:spMkLst>
        </pc:spChg>
        <pc:spChg chg="mod">
          <ac:chgData name="musukie52@gmail.com" userId="017bd91f96aa8751" providerId="LiveId" clId="{5B2C3894-F97E-4CAB-8812-5BB4D83AAC6A}" dt="2026-04-27T04:08:35.525" v="8031" actId="1076"/>
          <ac:spMkLst>
            <pc:docMk/>
            <pc:sldMk cId="4210404852" sldId="274"/>
            <ac:spMk id="84" creationId="{0748C073-7E6F-4C50-0F36-95A160EC4ECE}"/>
          </ac:spMkLst>
        </pc:spChg>
        <pc:spChg chg="mod">
          <ac:chgData name="musukie52@gmail.com" userId="017bd91f96aa8751" providerId="LiveId" clId="{5B2C3894-F97E-4CAB-8812-5BB4D83AAC6A}" dt="2026-04-27T04:09:44.573" v="8041" actId="1076"/>
          <ac:spMkLst>
            <pc:docMk/>
            <pc:sldMk cId="4210404852" sldId="274"/>
            <ac:spMk id="85" creationId="{F4F6DA32-3BCA-6C95-544B-277AC5A23F38}"/>
          </ac:spMkLst>
        </pc:spChg>
        <pc:spChg chg="mod">
          <ac:chgData name="musukie52@gmail.com" userId="017bd91f96aa8751" providerId="LiveId" clId="{5B2C3894-F97E-4CAB-8812-5BB4D83AAC6A}" dt="2026-04-27T04:09:44.573" v="8041" actId="1076"/>
          <ac:spMkLst>
            <pc:docMk/>
            <pc:sldMk cId="4210404852" sldId="274"/>
            <ac:spMk id="86" creationId="{1BAA9415-6A2E-3A19-4E9B-11C4B5B88D33}"/>
          </ac:spMkLst>
        </pc:spChg>
        <pc:picChg chg="add del mod">
          <ac:chgData name="musukie52@gmail.com" userId="017bd91f96aa8751" providerId="LiveId" clId="{5B2C3894-F97E-4CAB-8812-5BB4D83AAC6A}" dt="2026-04-27T04:13:13.948" v="8082" actId="21"/>
          <ac:picMkLst>
            <pc:docMk/>
            <pc:sldMk cId="4210404852" sldId="274"/>
            <ac:picMk id="98" creationId="{92F33F83-8661-4A87-4BD0-46D99BF341A0}"/>
          </ac:picMkLst>
        </pc:picChg>
        <pc:cxnChg chg="mod">
          <ac:chgData name="musukie52@gmail.com" userId="017bd91f96aa8751" providerId="LiveId" clId="{5B2C3894-F97E-4CAB-8812-5BB4D83AAC6A}" dt="2026-04-27T03:33:52.434" v="6526" actId="14100"/>
          <ac:cxnSpMkLst>
            <pc:docMk/>
            <pc:sldMk cId="4210404852" sldId="274"/>
            <ac:cxnSpMk id="4" creationId="{9478FF9B-69BF-3316-F940-950590050122}"/>
          </ac:cxnSpMkLst>
        </pc:cxnChg>
        <pc:cxnChg chg="mod">
          <ac:chgData name="musukie52@gmail.com" userId="017bd91f96aa8751" providerId="LiveId" clId="{5B2C3894-F97E-4CAB-8812-5BB4D83AAC6A}" dt="2026-04-27T04:09:44.573" v="8041" actId="1076"/>
          <ac:cxnSpMkLst>
            <pc:docMk/>
            <pc:sldMk cId="4210404852" sldId="274"/>
            <ac:cxnSpMk id="20" creationId="{84A7D307-EE38-BB19-0A18-039427336705}"/>
          </ac:cxnSpMkLst>
        </pc:cxnChg>
        <pc:cxnChg chg="add mod">
          <ac:chgData name="musukie52@gmail.com" userId="017bd91f96aa8751" providerId="LiveId" clId="{5B2C3894-F97E-4CAB-8812-5BB4D83AAC6A}" dt="2026-04-27T04:09:25.867" v="8040" actId="14100"/>
          <ac:cxnSpMkLst>
            <pc:docMk/>
            <pc:sldMk cId="4210404852" sldId="274"/>
            <ac:cxnSpMk id="38" creationId="{3CA23CD2-C446-030C-38AF-3046A2F8D93B}"/>
          </ac:cxnSpMkLst>
        </pc:cxnChg>
        <pc:cxnChg chg="mod">
          <ac:chgData name="musukie52@gmail.com" userId="017bd91f96aa8751" providerId="LiveId" clId="{5B2C3894-F97E-4CAB-8812-5BB4D83AAC6A}" dt="2026-04-27T03:55:39.592" v="7922" actId="1076"/>
          <ac:cxnSpMkLst>
            <pc:docMk/>
            <pc:sldMk cId="4210404852" sldId="274"/>
            <ac:cxnSpMk id="39" creationId="{FCEA14E3-23A8-D108-14D5-41AAAE88A641}"/>
          </ac:cxnSpMkLst>
        </pc:cxnChg>
        <pc:cxnChg chg="add mod">
          <ac:chgData name="musukie52@gmail.com" userId="017bd91f96aa8751" providerId="LiveId" clId="{5B2C3894-F97E-4CAB-8812-5BB4D83AAC6A}" dt="2026-04-27T04:07:56.604" v="8026" actId="1076"/>
          <ac:cxnSpMkLst>
            <pc:docMk/>
            <pc:sldMk cId="4210404852" sldId="274"/>
            <ac:cxnSpMk id="43" creationId="{249F4E13-59F6-7A6A-9DC9-0ACE249AAC9E}"/>
          </ac:cxnSpMkLst>
        </pc:cxnChg>
        <pc:cxnChg chg="add mod">
          <ac:chgData name="musukie52@gmail.com" userId="017bd91f96aa8751" providerId="LiveId" clId="{5B2C3894-F97E-4CAB-8812-5BB4D83AAC6A}" dt="2026-04-27T04:07:56.604" v="8026" actId="1076"/>
          <ac:cxnSpMkLst>
            <pc:docMk/>
            <pc:sldMk cId="4210404852" sldId="274"/>
            <ac:cxnSpMk id="44" creationId="{48E1D6AD-4145-A14E-185F-97187B09B322}"/>
          </ac:cxnSpMkLst>
        </pc:cxnChg>
        <pc:cxnChg chg="add mod">
          <ac:chgData name="musukie52@gmail.com" userId="017bd91f96aa8751" providerId="LiveId" clId="{5B2C3894-F97E-4CAB-8812-5BB4D83AAC6A}" dt="2026-04-27T04:07:56.604" v="8026" actId="1076"/>
          <ac:cxnSpMkLst>
            <pc:docMk/>
            <pc:sldMk cId="4210404852" sldId="274"/>
            <ac:cxnSpMk id="45" creationId="{FCB89643-91AC-385A-808F-93A3B27B63B5}"/>
          </ac:cxnSpMkLst>
        </pc:cxnChg>
        <pc:cxnChg chg="add del mod">
          <ac:chgData name="musukie52@gmail.com" userId="017bd91f96aa8751" providerId="LiveId" clId="{5B2C3894-F97E-4CAB-8812-5BB4D83AAC6A}" dt="2026-04-27T04:04:02.869" v="7994" actId="478"/>
          <ac:cxnSpMkLst>
            <pc:docMk/>
            <pc:sldMk cId="4210404852" sldId="274"/>
            <ac:cxnSpMk id="46" creationId="{6B39BDC6-3FBE-BA16-EDBE-CE6791C410AD}"/>
          </ac:cxnSpMkLst>
        </pc:cxnChg>
        <pc:cxnChg chg="add mod">
          <ac:chgData name="musukie52@gmail.com" userId="017bd91f96aa8751" providerId="LiveId" clId="{5B2C3894-F97E-4CAB-8812-5BB4D83AAC6A}" dt="2026-04-27T04:05:01.878" v="8001" actId="692"/>
          <ac:cxnSpMkLst>
            <pc:docMk/>
            <pc:sldMk cId="4210404852" sldId="274"/>
            <ac:cxnSpMk id="48" creationId="{AF504FB5-E3F0-B154-BB40-89CF7E39BBF5}"/>
          </ac:cxnSpMkLst>
        </pc:cxnChg>
        <pc:cxnChg chg="add mod">
          <ac:chgData name="musukie52@gmail.com" userId="017bd91f96aa8751" providerId="LiveId" clId="{5B2C3894-F97E-4CAB-8812-5BB4D83AAC6A}" dt="2026-04-27T04:11:12.173" v="8061" actId="1037"/>
          <ac:cxnSpMkLst>
            <pc:docMk/>
            <pc:sldMk cId="4210404852" sldId="274"/>
            <ac:cxnSpMk id="50" creationId="{83C74428-6F07-48F3-6B9D-27265C717569}"/>
          </ac:cxnSpMkLst>
        </pc:cxnChg>
        <pc:cxnChg chg="add mod">
          <ac:chgData name="musukie52@gmail.com" userId="017bd91f96aa8751" providerId="LiveId" clId="{5B2C3894-F97E-4CAB-8812-5BB4D83AAC6A}" dt="2026-04-27T04:11:34.692" v="8065" actId="14100"/>
          <ac:cxnSpMkLst>
            <pc:docMk/>
            <pc:sldMk cId="4210404852" sldId="274"/>
            <ac:cxnSpMk id="54" creationId="{B8B3E0F2-543B-589B-697D-3B5D974E3037}"/>
          </ac:cxnSpMkLst>
        </pc:cxnChg>
        <pc:cxnChg chg="add mod">
          <ac:chgData name="musukie52@gmail.com" userId="017bd91f96aa8751" providerId="LiveId" clId="{5B2C3894-F97E-4CAB-8812-5BB4D83AAC6A}" dt="2026-04-27T04:11:43.357" v="8066" actId="692"/>
          <ac:cxnSpMkLst>
            <pc:docMk/>
            <pc:sldMk cId="4210404852" sldId="274"/>
            <ac:cxnSpMk id="56" creationId="{59C1D9BA-1C42-0202-7FA0-A2FF3F95A124}"/>
          </ac:cxnSpMkLst>
        </pc:cxnChg>
        <pc:cxnChg chg="add del mod">
          <ac:chgData name="musukie52@gmail.com" userId="017bd91f96aa8751" providerId="LiveId" clId="{5B2C3894-F97E-4CAB-8812-5BB4D83AAC6A}" dt="2026-04-27T04:11:59.328" v="8068" actId="478"/>
          <ac:cxnSpMkLst>
            <pc:docMk/>
            <pc:sldMk cId="4210404852" sldId="274"/>
            <ac:cxnSpMk id="61" creationId="{ECBDEEBC-B6D3-1CD0-B01D-FBC0A306E992}"/>
          </ac:cxnSpMkLst>
        </pc:cxnChg>
        <pc:cxnChg chg="add mod">
          <ac:chgData name="musukie52@gmail.com" userId="017bd91f96aa8751" providerId="LiveId" clId="{5B2C3894-F97E-4CAB-8812-5BB4D83AAC6A}" dt="2026-04-27T04:10:18.277" v="8048" actId="1076"/>
          <ac:cxnSpMkLst>
            <pc:docMk/>
            <pc:sldMk cId="4210404852" sldId="274"/>
            <ac:cxnSpMk id="66" creationId="{53ABD27E-FF4E-F9E9-8421-54BA1659F558}"/>
          </ac:cxnSpMkLst>
        </pc:cxnChg>
        <pc:cxnChg chg="add mod">
          <ac:chgData name="musukie52@gmail.com" userId="017bd91f96aa8751" providerId="LiveId" clId="{5B2C3894-F97E-4CAB-8812-5BB4D83AAC6A}" dt="2026-04-27T04:10:28.816" v="8050" actId="14100"/>
          <ac:cxnSpMkLst>
            <pc:docMk/>
            <pc:sldMk cId="4210404852" sldId="274"/>
            <ac:cxnSpMk id="67" creationId="{AF80A091-2AC0-DC12-9CFD-C3437619BCBD}"/>
          </ac:cxnSpMkLst>
        </pc:cxnChg>
        <pc:cxnChg chg="add mod">
          <ac:chgData name="musukie52@gmail.com" userId="017bd91f96aa8751" providerId="LiveId" clId="{5B2C3894-F97E-4CAB-8812-5BB4D83AAC6A}" dt="2026-04-27T04:10:18.277" v="8048" actId="1076"/>
          <ac:cxnSpMkLst>
            <pc:docMk/>
            <pc:sldMk cId="4210404852" sldId="274"/>
            <ac:cxnSpMk id="68" creationId="{23373B66-8945-7CE7-EEA9-0E1DB5EEAC2C}"/>
          </ac:cxnSpMkLst>
        </pc:cxnChg>
        <pc:cxnChg chg="add mod">
          <ac:chgData name="musukie52@gmail.com" userId="017bd91f96aa8751" providerId="LiveId" clId="{5B2C3894-F97E-4CAB-8812-5BB4D83AAC6A}" dt="2026-04-27T04:12:06.816" v="8071" actId="14100"/>
          <ac:cxnSpMkLst>
            <pc:docMk/>
            <pc:sldMk cId="4210404852" sldId="274"/>
            <ac:cxnSpMk id="82" creationId="{FDDA5A5C-7687-EC59-F6DE-27B1045D24F4}"/>
          </ac:cxnSpMkLst>
        </pc:cxnChg>
        <pc:cxnChg chg="add mod">
          <ac:chgData name="musukie52@gmail.com" userId="017bd91f96aa8751" providerId="LiveId" clId="{5B2C3894-F97E-4CAB-8812-5BB4D83AAC6A}" dt="2026-04-27T04:12:38.305" v="8079" actId="14100"/>
          <ac:cxnSpMkLst>
            <pc:docMk/>
            <pc:sldMk cId="4210404852" sldId="274"/>
            <ac:cxnSpMk id="88" creationId="{9C5EB0DA-2B72-9441-7106-332E321692F7}"/>
          </ac:cxnSpMkLst>
        </pc:cxnChg>
        <pc:cxnChg chg="add mod">
          <ac:chgData name="musukie52@gmail.com" userId="017bd91f96aa8751" providerId="LiveId" clId="{5B2C3894-F97E-4CAB-8812-5BB4D83AAC6A}" dt="2026-04-27T04:12:29.845" v="8077" actId="14100"/>
          <ac:cxnSpMkLst>
            <pc:docMk/>
            <pc:sldMk cId="4210404852" sldId="274"/>
            <ac:cxnSpMk id="89" creationId="{60360485-76D8-BBEE-F2F5-34E20127D7FA}"/>
          </ac:cxnSpMkLst>
        </pc:cxnChg>
        <pc:cxnChg chg="mod">
          <ac:chgData name="musukie52@gmail.com" userId="017bd91f96aa8751" providerId="LiveId" clId="{5B2C3894-F97E-4CAB-8812-5BB4D83AAC6A}" dt="2026-04-27T03:59:10.750" v="7945" actId="14100"/>
          <ac:cxnSpMkLst>
            <pc:docMk/>
            <pc:sldMk cId="4210404852" sldId="274"/>
            <ac:cxnSpMk id="91" creationId="{A355D5BC-B9D0-61FC-78AB-567605FA9D87}"/>
          </ac:cxnSpMkLst>
        </pc:cxnChg>
        <pc:cxnChg chg="mod">
          <ac:chgData name="musukie52@gmail.com" userId="017bd91f96aa8751" providerId="LiveId" clId="{5B2C3894-F97E-4CAB-8812-5BB4D83AAC6A}" dt="2026-04-27T04:03:13.886" v="7982" actId="1076"/>
          <ac:cxnSpMkLst>
            <pc:docMk/>
            <pc:sldMk cId="4210404852" sldId="274"/>
            <ac:cxnSpMk id="92" creationId="{E231378E-C342-5853-D71B-0EC2F4D4D21A}"/>
          </ac:cxnSpMkLst>
        </pc:cxnChg>
        <pc:cxnChg chg="mod">
          <ac:chgData name="musukie52@gmail.com" userId="017bd91f96aa8751" providerId="LiveId" clId="{5B2C3894-F97E-4CAB-8812-5BB4D83AAC6A}" dt="2026-04-27T04:09:44.573" v="8041" actId="1076"/>
          <ac:cxnSpMkLst>
            <pc:docMk/>
            <pc:sldMk cId="4210404852" sldId="274"/>
            <ac:cxnSpMk id="96" creationId="{5F932085-86A4-67B5-E279-617B1681A131}"/>
          </ac:cxnSpMkLst>
        </pc:cxnChg>
        <pc:cxnChg chg="mod">
          <ac:chgData name="musukie52@gmail.com" userId="017bd91f96aa8751" providerId="LiveId" clId="{5B2C3894-F97E-4CAB-8812-5BB4D83AAC6A}" dt="2026-04-27T04:09:44.573" v="8041" actId="1076"/>
          <ac:cxnSpMkLst>
            <pc:docMk/>
            <pc:sldMk cId="4210404852" sldId="274"/>
            <ac:cxnSpMk id="97" creationId="{92333C9A-139D-FAEC-C482-E6EA74ADE402}"/>
          </ac:cxnSpMkLst>
        </pc:cxnChg>
        <pc:cxnChg chg="del mod">
          <ac:chgData name="musukie52@gmail.com" userId="017bd91f96aa8751" providerId="LiveId" clId="{5B2C3894-F97E-4CAB-8812-5BB4D83AAC6A}" dt="2026-04-27T04:07:40.611" v="8025" actId="478"/>
          <ac:cxnSpMkLst>
            <pc:docMk/>
            <pc:sldMk cId="4210404852" sldId="274"/>
            <ac:cxnSpMk id="100" creationId="{94C26A3C-F061-A5BB-0F90-DE4DA42E5EA6}"/>
          </ac:cxnSpMkLst>
        </pc:cxnChg>
        <pc:cxnChg chg="del mod">
          <ac:chgData name="musukie52@gmail.com" userId="017bd91f96aa8751" providerId="LiveId" clId="{5B2C3894-F97E-4CAB-8812-5BB4D83AAC6A}" dt="2026-04-27T04:05:26.210" v="8002" actId="478"/>
          <ac:cxnSpMkLst>
            <pc:docMk/>
            <pc:sldMk cId="4210404852" sldId="274"/>
            <ac:cxnSpMk id="101" creationId="{0795EE6A-1D87-922F-1B8E-9661C649CA0E}"/>
          </ac:cxnSpMkLst>
        </pc:cxnChg>
        <pc:cxnChg chg="mod">
          <ac:chgData name="musukie52@gmail.com" userId="017bd91f96aa8751" providerId="LiveId" clId="{5B2C3894-F97E-4CAB-8812-5BB4D83AAC6A}" dt="2026-04-27T03:58:38.148" v="7942" actId="1076"/>
          <ac:cxnSpMkLst>
            <pc:docMk/>
            <pc:sldMk cId="4210404852" sldId="274"/>
            <ac:cxnSpMk id="114" creationId="{CE6B5652-D30B-565F-4C55-9C05F56A7E4F}"/>
          </ac:cxnSpMkLst>
        </pc:cxnChg>
      </pc:sldChg>
      <pc:sldChg chg="addSp delSp modSp new mod">
        <pc:chgData name="musukie52@gmail.com" userId="017bd91f96aa8751" providerId="LiveId" clId="{5B2C3894-F97E-4CAB-8812-5BB4D83AAC6A}" dt="2026-04-27T04:16:03.487" v="8093"/>
        <pc:sldMkLst>
          <pc:docMk/>
          <pc:sldMk cId="4266370057" sldId="275"/>
        </pc:sldMkLst>
        <pc:spChg chg="del">
          <ac:chgData name="musukie52@gmail.com" userId="017bd91f96aa8751" providerId="LiveId" clId="{5B2C3894-F97E-4CAB-8812-5BB4D83AAC6A}" dt="2026-04-27T04:16:03.140" v="8092" actId="478"/>
          <ac:spMkLst>
            <pc:docMk/>
            <pc:sldMk cId="4266370057" sldId="275"/>
            <ac:spMk id="2" creationId="{A8B052C2-6092-D0A1-71D9-F6D53F49496E}"/>
          </ac:spMkLst>
        </pc:spChg>
        <pc:spChg chg="del">
          <ac:chgData name="musukie52@gmail.com" userId="017bd91f96aa8751" providerId="LiveId" clId="{5B2C3894-F97E-4CAB-8812-5BB4D83AAC6A}" dt="2026-04-27T04:16:03.140" v="8092" actId="478"/>
          <ac:spMkLst>
            <pc:docMk/>
            <pc:sldMk cId="4266370057" sldId="275"/>
            <ac:spMk id="3" creationId="{69803D49-6F53-AD61-F5A9-3BBEDE869D96}"/>
          </ac:spMkLst>
        </pc:spChg>
        <pc:picChg chg="add mod">
          <ac:chgData name="musukie52@gmail.com" userId="017bd91f96aa8751" providerId="LiveId" clId="{5B2C3894-F97E-4CAB-8812-5BB4D83AAC6A}" dt="2026-04-27T04:16:03.487" v="8093"/>
          <ac:picMkLst>
            <pc:docMk/>
            <pc:sldMk cId="4266370057" sldId="275"/>
            <ac:picMk id="14" creationId="{175DC83A-3BFF-4B06-29C4-16E8D39D4538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7C87EE-9B19-4EAE-B546-8AC5E586B8C6}" type="datetimeFigureOut">
              <a:rPr lang="ko-KR" altLang="en-US" smtClean="0"/>
              <a:t>2026-04-27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EF6241-005F-44CD-A8B4-3999F38BFF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30437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7C87EE-9B19-4EAE-B546-8AC5E586B8C6}" type="datetimeFigureOut">
              <a:rPr lang="ko-KR" altLang="en-US" smtClean="0"/>
              <a:t>2026-04-27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EF6241-005F-44CD-A8B4-3999F38BFF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22033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7C87EE-9B19-4EAE-B546-8AC5E586B8C6}" type="datetimeFigureOut">
              <a:rPr lang="ko-KR" altLang="en-US" smtClean="0"/>
              <a:t>2026-04-27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EF6241-005F-44CD-A8B4-3999F38BFF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672030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7C87EE-9B19-4EAE-B546-8AC5E586B8C6}" type="datetimeFigureOut">
              <a:rPr lang="ko-KR" altLang="en-US" smtClean="0"/>
              <a:t>2026-04-27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EF6241-005F-44CD-A8B4-3999F38BFF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3767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7C87EE-9B19-4EAE-B546-8AC5E586B8C6}" type="datetimeFigureOut">
              <a:rPr lang="ko-KR" altLang="en-US" smtClean="0"/>
              <a:t>2026-04-27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EF6241-005F-44CD-A8B4-3999F38BFF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78486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7C87EE-9B19-4EAE-B546-8AC5E586B8C6}" type="datetimeFigureOut">
              <a:rPr lang="ko-KR" altLang="en-US" smtClean="0"/>
              <a:t>2026-04-27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EF6241-005F-44CD-A8B4-3999F38BFF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81946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7C87EE-9B19-4EAE-B546-8AC5E586B8C6}" type="datetimeFigureOut">
              <a:rPr lang="ko-KR" altLang="en-US" smtClean="0"/>
              <a:t>2026-04-27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EF6241-005F-44CD-A8B4-3999F38BFF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97958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7C87EE-9B19-4EAE-B546-8AC5E586B8C6}" type="datetimeFigureOut">
              <a:rPr lang="ko-KR" altLang="en-US" smtClean="0"/>
              <a:t>2026-04-27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EF6241-005F-44CD-A8B4-3999F38BFF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02617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7C87EE-9B19-4EAE-B546-8AC5E586B8C6}" type="datetimeFigureOut">
              <a:rPr lang="ko-KR" altLang="en-US" smtClean="0"/>
              <a:t>2026-04-27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EF6241-005F-44CD-A8B4-3999F38BFF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81247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7C87EE-9B19-4EAE-B546-8AC5E586B8C6}" type="datetimeFigureOut">
              <a:rPr lang="ko-KR" altLang="en-US" smtClean="0"/>
              <a:t>2026-04-27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EF6241-005F-44CD-A8B4-3999F38BFF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244798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7C87EE-9B19-4EAE-B546-8AC5E586B8C6}" type="datetimeFigureOut">
              <a:rPr lang="ko-KR" altLang="en-US" smtClean="0"/>
              <a:t>2026-04-27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EF6241-005F-44CD-A8B4-3999F38BFF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98783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27C87EE-9B19-4EAE-B546-8AC5E586B8C6}" type="datetimeFigureOut">
              <a:rPr lang="ko-KR" altLang="en-US" smtClean="0"/>
              <a:t>2026-04-27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9EF6241-005F-44CD-A8B4-3999F38BFF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59263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5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B58A47-987A-3A11-13D5-508DA18E16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97428" y="2820647"/>
            <a:ext cx="5087258" cy="991734"/>
          </a:xfrm>
        </p:spPr>
        <p:txBody>
          <a:bodyPr>
            <a:normAutofit/>
          </a:bodyPr>
          <a:lstStyle/>
          <a:p>
            <a:pPr algn="l"/>
            <a:r>
              <a:rPr lang="ko-KR" altLang="en-US" sz="3000" b="1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게임 기획</a:t>
            </a:r>
            <a:r>
              <a:rPr lang="en-US" altLang="ko-KR" sz="3000" b="1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:</a:t>
            </a:r>
            <a:br>
              <a:rPr lang="en-US" altLang="ko-KR" sz="3000" b="1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</a:br>
            <a:r>
              <a:rPr lang="ko-KR" altLang="en-US" sz="3000" b="1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보스 스킬 애니메이션 로직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4B5500-1986-2818-C163-D77A465641FA}"/>
              </a:ext>
            </a:extLst>
          </p:cNvPr>
          <p:cNvSpPr txBox="1"/>
          <p:nvPr/>
        </p:nvSpPr>
        <p:spPr>
          <a:xfrm>
            <a:off x="1197428" y="2137341"/>
            <a:ext cx="4163076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500" dirty="0">
                <a:solidFill>
                  <a:srgbClr val="BF5428"/>
                </a:solidFill>
              </a:rPr>
              <a:t>Boss Skill Animation Logic Documentation</a:t>
            </a:r>
            <a:endParaRPr lang="ko-KR" altLang="en-US" sz="1500" dirty="0">
              <a:solidFill>
                <a:srgbClr val="BF5428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D2A4811-9EA5-B59D-C5EA-A1669FC1BE67}"/>
              </a:ext>
            </a:extLst>
          </p:cNvPr>
          <p:cNvSpPr txBox="1"/>
          <p:nvPr/>
        </p:nvSpPr>
        <p:spPr>
          <a:xfrm>
            <a:off x="1197428" y="4172522"/>
            <a:ext cx="515982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b="1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보스 스킬 애니메이션의 로직</a:t>
            </a: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88263443-A11C-82C8-EBA2-2D542B8976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1491" y="1633287"/>
            <a:ext cx="3562847" cy="3591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43900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5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D0A590E2-8C75-785C-EDAF-BDEE9FF029FA}"/>
              </a:ext>
            </a:extLst>
          </p:cNvPr>
          <p:cNvSpPr txBox="1"/>
          <p:nvPr/>
        </p:nvSpPr>
        <p:spPr>
          <a:xfrm>
            <a:off x="309654" y="366311"/>
            <a:ext cx="5199529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000" dirty="0">
                <a:solidFill>
                  <a:srgbClr val="BF5428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보스</a:t>
            </a:r>
            <a:r>
              <a:rPr lang="en-US" altLang="ko-KR" sz="3000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ko-KR" altLang="en-US" sz="3000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스킬 애니메이션 로직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77A55D0-A90D-2171-8577-5F2405459876}"/>
              </a:ext>
            </a:extLst>
          </p:cNvPr>
          <p:cNvSpPr/>
          <p:nvPr/>
        </p:nvSpPr>
        <p:spPr>
          <a:xfrm>
            <a:off x="5197497" y="812800"/>
            <a:ext cx="1620745" cy="386842"/>
          </a:xfrm>
          <a:prstGeom prst="rect">
            <a:avLst/>
          </a:prstGeom>
          <a:solidFill>
            <a:srgbClr val="2F3339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1500" dirty="0"/>
              <a:t>가방 탐색</a:t>
            </a:r>
          </a:p>
        </p:txBody>
      </p: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48D1BFEB-FAE5-979B-6B90-84B7A3E32404}"/>
              </a:ext>
            </a:extLst>
          </p:cNvPr>
          <p:cNvGrpSpPr/>
          <p:nvPr/>
        </p:nvGrpSpPr>
        <p:grpSpPr>
          <a:xfrm>
            <a:off x="769257" y="1604880"/>
            <a:ext cx="2073452" cy="903561"/>
            <a:chOff x="1184296" y="1825124"/>
            <a:chExt cx="1620746" cy="903561"/>
          </a:xfr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grpSpPr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AAEDE743-758B-514C-90DA-21EC85453300}"/>
                </a:ext>
              </a:extLst>
            </p:cNvPr>
            <p:cNvSpPr/>
            <p:nvPr/>
          </p:nvSpPr>
          <p:spPr>
            <a:xfrm>
              <a:off x="1184297" y="1825124"/>
              <a:ext cx="1620745" cy="470460"/>
            </a:xfrm>
            <a:prstGeom prst="rect">
              <a:avLst/>
            </a:prstGeom>
            <a:solidFill>
              <a:srgbClr val="2F333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rtlCol="0" anchor="ctr"/>
            <a:lstStyle/>
            <a:p>
              <a:pPr algn="ctr"/>
              <a:r>
                <a:rPr lang="ko-KR" altLang="en-US" sz="1500" dirty="0"/>
                <a:t>기억 재판</a:t>
              </a:r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E41675D4-9CC7-035B-43D7-FF99F6437C81}"/>
                </a:ext>
              </a:extLst>
            </p:cNvPr>
            <p:cNvSpPr/>
            <p:nvPr/>
          </p:nvSpPr>
          <p:spPr>
            <a:xfrm>
              <a:off x="1184296" y="2258225"/>
              <a:ext cx="1620745" cy="470460"/>
            </a:xfrm>
            <a:prstGeom prst="rect">
              <a:avLst/>
            </a:prstGeom>
            <a:solidFill>
              <a:srgbClr val="2F333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rtlCol="0" anchor="ctr"/>
            <a:lstStyle/>
            <a:p>
              <a:pPr algn="ctr"/>
              <a:r>
                <a:rPr lang="ko-KR" altLang="en-US" sz="1500" dirty="0"/>
                <a:t>선택의 분기</a:t>
              </a:r>
            </a:p>
          </p:txBody>
        </p:sp>
      </p:grp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2EA42106-79BD-D59D-7293-8818A4D368F8}"/>
              </a:ext>
            </a:extLst>
          </p:cNvPr>
          <p:cNvCxnSpPr>
            <a:cxnSpLocks/>
          </p:cNvCxnSpPr>
          <p:nvPr/>
        </p:nvCxnSpPr>
        <p:spPr>
          <a:xfrm>
            <a:off x="769257" y="2039961"/>
            <a:ext cx="2073450" cy="0"/>
          </a:xfrm>
          <a:prstGeom prst="line">
            <a:avLst/>
          </a:prstGeom>
          <a:ln>
            <a:solidFill>
              <a:srgbClr val="BF542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153E696A-C53D-55C2-F5EE-60FBE10CACA3}"/>
              </a:ext>
            </a:extLst>
          </p:cNvPr>
          <p:cNvGrpSpPr/>
          <p:nvPr/>
        </p:nvGrpSpPr>
        <p:grpSpPr>
          <a:xfrm>
            <a:off x="3574297" y="1604880"/>
            <a:ext cx="2073452" cy="903561"/>
            <a:chOff x="1184296" y="1825124"/>
            <a:chExt cx="1620746" cy="903561"/>
          </a:xfr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grpSpPr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EA15EABE-3446-3449-0206-ACC58EFDA8EE}"/>
                </a:ext>
              </a:extLst>
            </p:cNvPr>
            <p:cNvSpPr/>
            <p:nvPr/>
          </p:nvSpPr>
          <p:spPr>
            <a:xfrm>
              <a:off x="1184297" y="1825124"/>
              <a:ext cx="1620745" cy="470460"/>
            </a:xfrm>
            <a:prstGeom prst="rect">
              <a:avLst/>
            </a:prstGeom>
            <a:solidFill>
              <a:srgbClr val="2F333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rtlCol="0" anchor="ctr"/>
            <a:lstStyle/>
            <a:p>
              <a:pPr algn="ctr"/>
              <a:r>
                <a:rPr lang="ko-KR" altLang="en-US" sz="1500" dirty="0"/>
                <a:t>죄의 무게</a:t>
              </a:r>
            </a:p>
          </p:txBody>
        </p:sp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D9516D49-6F72-2BC6-7B4A-35626F238D29}"/>
                </a:ext>
              </a:extLst>
            </p:cNvPr>
            <p:cNvSpPr/>
            <p:nvPr/>
          </p:nvSpPr>
          <p:spPr>
            <a:xfrm>
              <a:off x="1184296" y="2258225"/>
              <a:ext cx="1620745" cy="470460"/>
            </a:xfrm>
            <a:prstGeom prst="rect">
              <a:avLst/>
            </a:prstGeom>
            <a:solidFill>
              <a:srgbClr val="2F333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rtlCol="0" anchor="ctr"/>
            <a:lstStyle/>
            <a:p>
              <a:pPr algn="ctr"/>
              <a:r>
                <a:rPr lang="ko-KR" altLang="en-US" sz="1500" dirty="0"/>
                <a:t>전가 불가</a:t>
              </a:r>
            </a:p>
          </p:txBody>
        </p:sp>
      </p:grp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14A4186B-46A1-28C6-0654-54D59AFA5EF1}"/>
              </a:ext>
            </a:extLst>
          </p:cNvPr>
          <p:cNvCxnSpPr>
            <a:cxnSpLocks/>
          </p:cNvCxnSpPr>
          <p:nvPr/>
        </p:nvCxnSpPr>
        <p:spPr>
          <a:xfrm>
            <a:off x="3574297" y="2039961"/>
            <a:ext cx="2073451" cy="0"/>
          </a:xfrm>
          <a:prstGeom prst="line">
            <a:avLst/>
          </a:prstGeom>
          <a:ln>
            <a:solidFill>
              <a:srgbClr val="BF542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4C941EA6-A805-6BB9-6369-3BD43A18B199}"/>
              </a:ext>
            </a:extLst>
          </p:cNvPr>
          <p:cNvGrpSpPr/>
          <p:nvPr/>
        </p:nvGrpSpPr>
        <p:grpSpPr>
          <a:xfrm>
            <a:off x="9184374" y="1598876"/>
            <a:ext cx="2073452" cy="903561"/>
            <a:chOff x="1184296" y="1825124"/>
            <a:chExt cx="1620746" cy="903561"/>
          </a:xfr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grpSpPr>
        <p:sp>
          <p:nvSpPr>
            <p:cNvPr id="44" name="직사각형 43">
              <a:extLst>
                <a:ext uri="{FF2B5EF4-FFF2-40B4-BE49-F238E27FC236}">
                  <a16:creationId xmlns:a16="http://schemas.microsoft.com/office/drawing/2014/main" id="{C59F383E-633E-D536-7592-AFA8A38E02A5}"/>
                </a:ext>
              </a:extLst>
            </p:cNvPr>
            <p:cNvSpPr/>
            <p:nvPr/>
          </p:nvSpPr>
          <p:spPr>
            <a:xfrm>
              <a:off x="1184297" y="1825124"/>
              <a:ext cx="1620745" cy="470460"/>
            </a:xfrm>
            <a:prstGeom prst="rect">
              <a:avLst/>
            </a:prstGeom>
            <a:solidFill>
              <a:srgbClr val="2F333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rtlCol="0" anchor="ctr"/>
            <a:lstStyle/>
            <a:p>
              <a:pPr algn="ctr"/>
              <a:r>
                <a:rPr lang="ko-KR" altLang="en-US" sz="1500" dirty="0"/>
                <a:t>강제 선행</a:t>
              </a:r>
            </a:p>
          </p:txBody>
        </p:sp>
        <p:sp>
          <p:nvSpPr>
            <p:cNvPr id="45" name="직사각형 44">
              <a:extLst>
                <a:ext uri="{FF2B5EF4-FFF2-40B4-BE49-F238E27FC236}">
                  <a16:creationId xmlns:a16="http://schemas.microsoft.com/office/drawing/2014/main" id="{BDFE0A0B-E2EE-99EF-6432-24B91800C77A}"/>
                </a:ext>
              </a:extLst>
            </p:cNvPr>
            <p:cNvSpPr/>
            <p:nvPr/>
          </p:nvSpPr>
          <p:spPr>
            <a:xfrm>
              <a:off x="1184296" y="2258225"/>
              <a:ext cx="1620745" cy="470460"/>
            </a:xfrm>
            <a:prstGeom prst="rect">
              <a:avLst/>
            </a:prstGeom>
            <a:solidFill>
              <a:srgbClr val="2F333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rtlCol="0" anchor="ctr"/>
            <a:lstStyle/>
            <a:p>
              <a:pPr algn="ctr"/>
              <a:r>
                <a:rPr lang="ko-KR" altLang="en-US" sz="1500" dirty="0"/>
                <a:t>행동 봉인</a:t>
              </a:r>
            </a:p>
          </p:txBody>
        </p:sp>
      </p:grp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CF6B43B3-6046-9C35-5DA5-3510F613961D}"/>
              </a:ext>
            </a:extLst>
          </p:cNvPr>
          <p:cNvCxnSpPr>
            <a:cxnSpLocks/>
          </p:cNvCxnSpPr>
          <p:nvPr/>
        </p:nvCxnSpPr>
        <p:spPr>
          <a:xfrm>
            <a:off x="9184374" y="2033957"/>
            <a:ext cx="2073450" cy="0"/>
          </a:xfrm>
          <a:prstGeom prst="line">
            <a:avLst/>
          </a:prstGeom>
          <a:ln>
            <a:solidFill>
              <a:srgbClr val="BF542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87A46971-563A-A96E-8A6F-97775A0DEA2F}"/>
              </a:ext>
            </a:extLst>
          </p:cNvPr>
          <p:cNvGrpSpPr/>
          <p:nvPr/>
        </p:nvGrpSpPr>
        <p:grpSpPr>
          <a:xfrm>
            <a:off x="6379336" y="1609713"/>
            <a:ext cx="2073452" cy="903561"/>
            <a:chOff x="1184296" y="1825124"/>
            <a:chExt cx="1620746" cy="903561"/>
          </a:xfr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grpSpPr>
        <p:sp>
          <p:nvSpPr>
            <p:cNvPr id="59" name="직사각형 58">
              <a:extLst>
                <a:ext uri="{FF2B5EF4-FFF2-40B4-BE49-F238E27FC236}">
                  <a16:creationId xmlns:a16="http://schemas.microsoft.com/office/drawing/2014/main" id="{727AAA32-1763-03D9-211E-D3508C6808A1}"/>
                </a:ext>
              </a:extLst>
            </p:cNvPr>
            <p:cNvSpPr/>
            <p:nvPr/>
          </p:nvSpPr>
          <p:spPr>
            <a:xfrm>
              <a:off x="1184297" y="1825124"/>
              <a:ext cx="1620745" cy="470460"/>
            </a:xfrm>
            <a:prstGeom prst="rect">
              <a:avLst/>
            </a:prstGeom>
            <a:solidFill>
              <a:srgbClr val="2F333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rtlCol="0" anchor="ctr"/>
            <a:lstStyle/>
            <a:p>
              <a:pPr algn="ctr"/>
              <a:r>
                <a:rPr lang="ko-KR" altLang="en-US" sz="1500" dirty="0"/>
                <a:t>망각의 증식</a:t>
              </a:r>
            </a:p>
          </p:txBody>
        </p:sp>
        <p:sp>
          <p:nvSpPr>
            <p:cNvPr id="60" name="직사각형 59">
              <a:extLst>
                <a:ext uri="{FF2B5EF4-FFF2-40B4-BE49-F238E27FC236}">
                  <a16:creationId xmlns:a16="http://schemas.microsoft.com/office/drawing/2014/main" id="{097DF748-E0C9-279A-7CB1-BBE7CC17F02E}"/>
                </a:ext>
              </a:extLst>
            </p:cNvPr>
            <p:cNvSpPr/>
            <p:nvPr/>
          </p:nvSpPr>
          <p:spPr>
            <a:xfrm>
              <a:off x="1184296" y="2258225"/>
              <a:ext cx="1620745" cy="470460"/>
            </a:xfrm>
            <a:prstGeom prst="rect">
              <a:avLst/>
            </a:prstGeom>
            <a:solidFill>
              <a:srgbClr val="2F333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rtlCol="0" anchor="ctr"/>
            <a:lstStyle/>
            <a:p>
              <a:pPr algn="ctr"/>
              <a:r>
                <a:rPr lang="ko-KR" altLang="en-US" sz="1500" dirty="0"/>
                <a:t>환영 폭주</a:t>
              </a:r>
            </a:p>
          </p:txBody>
        </p:sp>
      </p:grpSp>
      <p:cxnSp>
        <p:nvCxnSpPr>
          <p:cNvPr id="61" name="직선 연결선 60">
            <a:extLst>
              <a:ext uri="{FF2B5EF4-FFF2-40B4-BE49-F238E27FC236}">
                <a16:creationId xmlns:a16="http://schemas.microsoft.com/office/drawing/2014/main" id="{5947D1E6-B81A-F1A7-44EE-80F4AA4A8C8C}"/>
              </a:ext>
            </a:extLst>
          </p:cNvPr>
          <p:cNvCxnSpPr>
            <a:cxnSpLocks/>
          </p:cNvCxnSpPr>
          <p:nvPr/>
        </p:nvCxnSpPr>
        <p:spPr>
          <a:xfrm>
            <a:off x="6379336" y="2044794"/>
            <a:ext cx="2073450" cy="0"/>
          </a:xfrm>
          <a:prstGeom prst="line">
            <a:avLst/>
          </a:prstGeom>
          <a:ln>
            <a:solidFill>
              <a:srgbClr val="BF542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E94AACAC-D9EF-25C2-55E0-9CE72DC74E15}"/>
              </a:ext>
            </a:extLst>
          </p:cNvPr>
          <p:cNvSpPr/>
          <p:nvPr/>
        </p:nvSpPr>
        <p:spPr>
          <a:xfrm>
            <a:off x="769257" y="2837446"/>
            <a:ext cx="2073450" cy="994743"/>
          </a:xfrm>
          <a:prstGeom prst="rect">
            <a:avLst/>
          </a:prstGeom>
          <a:solidFill>
            <a:srgbClr val="2F3339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1500" dirty="0"/>
              <a:t>전장을 </a:t>
            </a:r>
            <a:r>
              <a:rPr lang="en-US" altLang="ko-KR" sz="1500" dirty="0"/>
              <a:t>2~3</a:t>
            </a:r>
            <a:r>
              <a:rPr lang="ko-KR" altLang="en-US" sz="1500" dirty="0"/>
              <a:t>개의 </a:t>
            </a:r>
            <a:r>
              <a:rPr lang="en-US" altLang="ko-KR" sz="1500" dirty="0"/>
              <a:t>‘</a:t>
            </a:r>
            <a:r>
              <a:rPr lang="ko-KR" altLang="en-US" sz="1500" dirty="0"/>
              <a:t>과거 선택 공간</a:t>
            </a:r>
            <a:r>
              <a:rPr lang="en-US" altLang="ko-KR" sz="1500" dirty="0"/>
              <a:t>’</a:t>
            </a:r>
            <a:r>
              <a:rPr lang="ko-KR" altLang="en-US" sz="1500" dirty="0"/>
              <a:t>으로 분할</a:t>
            </a:r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2D683BBA-E064-9A31-EC96-93EC9D131BFE}"/>
              </a:ext>
            </a:extLst>
          </p:cNvPr>
          <p:cNvSpPr/>
          <p:nvPr/>
        </p:nvSpPr>
        <p:spPr>
          <a:xfrm>
            <a:off x="3574298" y="2837445"/>
            <a:ext cx="2073450" cy="994743"/>
          </a:xfrm>
          <a:prstGeom prst="rect">
            <a:avLst/>
          </a:prstGeom>
          <a:solidFill>
            <a:srgbClr val="2F3339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1500" dirty="0"/>
              <a:t>특정 행동 </a:t>
            </a:r>
            <a:r>
              <a:rPr lang="ko-KR" altLang="en-US" sz="1500" dirty="0" err="1"/>
              <a:t>디버프</a:t>
            </a:r>
            <a:endParaRPr lang="en-US" altLang="ko-KR" sz="1500" dirty="0"/>
          </a:p>
          <a:p>
            <a:pPr algn="ctr"/>
            <a:r>
              <a:rPr lang="ko-KR" altLang="en-US" sz="1500" dirty="0"/>
              <a:t>유도 시작</a:t>
            </a:r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F0FFB4DF-11C2-B61C-6E7F-240F78477E08}"/>
              </a:ext>
            </a:extLst>
          </p:cNvPr>
          <p:cNvSpPr/>
          <p:nvPr/>
        </p:nvSpPr>
        <p:spPr>
          <a:xfrm>
            <a:off x="6379336" y="2837445"/>
            <a:ext cx="2073450" cy="994743"/>
          </a:xfrm>
          <a:prstGeom prst="rect">
            <a:avLst/>
          </a:prstGeom>
          <a:solidFill>
            <a:srgbClr val="2F3339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1500" dirty="0"/>
              <a:t>무시했던 선택들이</a:t>
            </a:r>
            <a:endParaRPr lang="en-US" altLang="ko-KR" sz="1500" dirty="0"/>
          </a:p>
          <a:p>
            <a:pPr algn="ctr"/>
            <a:r>
              <a:rPr lang="ko-KR" altLang="en-US" sz="1500" dirty="0"/>
              <a:t>환영으로 소환</a:t>
            </a:r>
          </a:p>
        </p:txBody>
      </p:sp>
      <p:sp>
        <p:nvSpPr>
          <p:cNvPr id="66" name="직사각형 65">
            <a:extLst>
              <a:ext uri="{FF2B5EF4-FFF2-40B4-BE49-F238E27FC236}">
                <a16:creationId xmlns:a16="http://schemas.microsoft.com/office/drawing/2014/main" id="{7FFE06CF-1DC1-1AE6-E7D6-231F925D6647}"/>
              </a:ext>
            </a:extLst>
          </p:cNvPr>
          <p:cNvSpPr/>
          <p:nvPr/>
        </p:nvSpPr>
        <p:spPr>
          <a:xfrm>
            <a:off x="9184374" y="2837445"/>
            <a:ext cx="2073450" cy="994743"/>
          </a:xfrm>
          <a:prstGeom prst="rect">
            <a:avLst/>
          </a:prstGeom>
          <a:solidFill>
            <a:srgbClr val="2F3339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1500" dirty="0"/>
              <a:t>특정 행동</a:t>
            </a:r>
            <a:r>
              <a:rPr lang="en-US" altLang="ko-KR" sz="1500" dirty="0"/>
              <a:t>(</a:t>
            </a:r>
            <a:r>
              <a:rPr lang="ko-KR" altLang="en-US" sz="1500" dirty="0"/>
              <a:t>공격</a:t>
            </a:r>
            <a:r>
              <a:rPr lang="en-US" altLang="ko-KR" sz="1500" dirty="0"/>
              <a:t>, </a:t>
            </a:r>
            <a:r>
              <a:rPr lang="ko-KR" altLang="en-US" sz="1500" dirty="0"/>
              <a:t>회피 등</a:t>
            </a:r>
            <a:r>
              <a:rPr lang="en-US" altLang="ko-KR" sz="1500" dirty="0"/>
              <a:t>) </a:t>
            </a:r>
            <a:r>
              <a:rPr lang="ko-KR" altLang="en-US" sz="1500" dirty="0"/>
              <a:t>봉인 시전</a:t>
            </a:r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45259CB5-35A6-880C-00D3-C500A066C1BF}"/>
              </a:ext>
            </a:extLst>
          </p:cNvPr>
          <p:cNvSpPr/>
          <p:nvPr/>
        </p:nvSpPr>
        <p:spPr>
          <a:xfrm>
            <a:off x="769257" y="4167196"/>
            <a:ext cx="2073450" cy="994743"/>
          </a:xfrm>
          <a:prstGeom prst="rect">
            <a:avLst/>
          </a:prstGeom>
          <a:solidFill>
            <a:srgbClr val="2F3339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1500" dirty="0"/>
              <a:t>각</a:t>
            </a:r>
            <a:r>
              <a:rPr lang="en-US" altLang="ko-KR" sz="1500" dirty="0"/>
              <a:t> </a:t>
            </a:r>
            <a:r>
              <a:rPr lang="ko-KR" altLang="en-US" sz="1500" dirty="0"/>
              <a:t>공간별</a:t>
            </a:r>
            <a:endParaRPr lang="en-US" altLang="ko-KR" sz="1500" dirty="0"/>
          </a:p>
          <a:p>
            <a:pPr algn="ctr"/>
            <a:r>
              <a:rPr lang="ko-KR" altLang="en-US" sz="1500" dirty="0"/>
              <a:t>다른 행동 요구 발동</a:t>
            </a:r>
          </a:p>
        </p:txBody>
      </p:sp>
      <p:sp>
        <p:nvSpPr>
          <p:cNvPr id="80" name="직사각형 79">
            <a:extLst>
              <a:ext uri="{FF2B5EF4-FFF2-40B4-BE49-F238E27FC236}">
                <a16:creationId xmlns:a16="http://schemas.microsoft.com/office/drawing/2014/main" id="{3D379713-78F1-34B5-C281-BFA144460D5A}"/>
              </a:ext>
            </a:extLst>
          </p:cNvPr>
          <p:cNvSpPr/>
          <p:nvPr/>
        </p:nvSpPr>
        <p:spPr>
          <a:xfrm>
            <a:off x="3574298" y="4167196"/>
            <a:ext cx="2073450" cy="994743"/>
          </a:xfrm>
          <a:prstGeom prst="rect">
            <a:avLst/>
          </a:prstGeom>
          <a:solidFill>
            <a:srgbClr val="2F3339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1500" dirty="0"/>
              <a:t>시간에 비례하여</a:t>
            </a:r>
            <a:endParaRPr lang="en-US" altLang="ko-KR" sz="1500" dirty="0"/>
          </a:p>
          <a:p>
            <a:pPr algn="ctr"/>
            <a:r>
              <a:rPr lang="ko-KR" altLang="en-US" sz="1500" dirty="0"/>
              <a:t>압박 누적</a:t>
            </a:r>
          </a:p>
        </p:txBody>
      </p:sp>
      <p:sp>
        <p:nvSpPr>
          <p:cNvPr id="81" name="직사각형 80">
            <a:extLst>
              <a:ext uri="{FF2B5EF4-FFF2-40B4-BE49-F238E27FC236}">
                <a16:creationId xmlns:a16="http://schemas.microsoft.com/office/drawing/2014/main" id="{FBED50B2-5D6D-63FF-F819-182543341AB0}"/>
              </a:ext>
            </a:extLst>
          </p:cNvPr>
          <p:cNvSpPr/>
          <p:nvPr/>
        </p:nvSpPr>
        <p:spPr>
          <a:xfrm>
            <a:off x="6379336" y="4167196"/>
            <a:ext cx="2073450" cy="994743"/>
          </a:xfrm>
          <a:prstGeom prst="rect">
            <a:avLst/>
          </a:prstGeom>
          <a:solidFill>
            <a:srgbClr val="2F3339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1500" dirty="0"/>
              <a:t>일정 수 초과 시</a:t>
            </a:r>
            <a:endParaRPr lang="en-US" altLang="ko-KR" sz="1500" dirty="0"/>
          </a:p>
          <a:p>
            <a:pPr algn="ctr"/>
            <a:r>
              <a:rPr lang="ko-KR" altLang="en-US" sz="1500" dirty="0" err="1"/>
              <a:t>즉사급</a:t>
            </a:r>
            <a:r>
              <a:rPr lang="ko-KR" altLang="en-US" sz="1500" dirty="0"/>
              <a:t> 패턴 발동</a:t>
            </a:r>
          </a:p>
        </p:txBody>
      </p: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73585629-EDF8-718E-9496-F6994CC9C111}"/>
              </a:ext>
            </a:extLst>
          </p:cNvPr>
          <p:cNvSpPr/>
          <p:nvPr/>
        </p:nvSpPr>
        <p:spPr>
          <a:xfrm>
            <a:off x="9184374" y="4167196"/>
            <a:ext cx="2073450" cy="994743"/>
          </a:xfrm>
          <a:prstGeom prst="rect">
            <a:avLst/>
          </a:prstGeom>
          <a:solidFill>
            <a:srgbClr val="2F3339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1500" dirty="0"/>
              <a:t>입력 제한</a:t>
            </a:r>
            <a:endParaRPr lang="en-US" altLang="ko-KR" sz="1500" dirty="0"/>
          </a:p>
          <a:p>
            <a:pPr algn="ctr"/>
            <a:r>
              <a:rPr lang="ko-KR" altLang="en-US" sz="1500" dirty="0"/>
              <a:t>패턴 발동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5862E0C0-8FC1-00B1-CFAC-5FB80DD027BF}"/>
              </a:ext>
            </a:extLst>
          </p:cNvPr>
          <p:cNvSpPr/>
          <p:nvPr/>
        </p:nvSpPr>
        <p:spPr>
          <a:xfrm>
            <a:off x="769257" y="5496946"/>
            <a:ext cx="2073450" cy="994743"/>
          </a:xfrm>
          <a:prstGeom prst="rect">
            <a:avLst/>
          </a:prstGeom>
          <a:solidFill>
            <a:srgbClr val="2F3339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1500" dirty="0"/>
              <a:t>공간 통합 및</a:t>
            </a:r>
            <a:endParaRPr lang="en-US" altLang="ko-KR" sz="1500" dirty="0"/>
          </a:p>
          <a:p>
            <a:pPr algn="ctr"/>
            <a:r>
              <a:rPr lang="ko-KR" altLang="en-US" sz="1500" dirty="0"/>
              <a:t>후속 행동</a:t>
            </a:r>
          </a:p>
        </p:txBody>
      </p:sp>
      <p:sp>
        <p:nvSpPr>
          <p:cNvPr id="88" name="직사각형 87">
            <a:extLst>
              <a:ext uri="{FF2B5EF4-FFF2-40B4-BE49-F238E27FC236}">
                <a16:creationId xmlns:a16="http://schemas.microsoft.com/office/drawing/2014/main" id="{6DA7C322-8CC5-7472-FCBA-AAF4DC25B164}"/>
              </a:ext>
            </a:extLst>
          </p:cNvPr>
          <p:cNvSpPr/>
          <p:nvPr/>
        </p:nvSpPr>
        <p:spPr>
          <a:xfrm>
            <a:off x="3574298" y="5496946"/>
            <a:ext cx="2073450" cy="994743"/>
          </a:xfrm>
          <a:prstGeom prst="rect">
            <a:avLst/>
          </a:prstGeom>
          <a:solidFill>
            <a:srgbClr val="2F3339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1500" dirty="0"/>
              <a:t>특정 행동</a:t>
            </a:r>
            <a:r>
              <a:rPr lang="en-US" altLang="ko-KR" sz="1500" dirty="0"/>
              <a:t>(</a:t>
            </a:r>
            <a:r>
              <a:rPr lang="ko-KR" altLang="en-US" sz="1500" dirty="0"/>
              <a:t>성소 충돌 등</a:t>
            </a:r>
            <a:r>
              <a:rPr lang="en-US" altLang="ko-KR" sz="1500" dirty="0"/>
              <a:t>)</a:t>
            </a:r>
            <a:r>
              <a:rPr lang="ko-KR" altLang="en-US" sz="1500" dirty="0"/>
              <a:t>으로 구슬 파괴</a:t>
            </a:r>
          </a:p>
        </p:txBody>
      </p:sp>
      <p:sp>
        <p:nvSpPr>
          <p:cNvPr id="89" name="직사각형 88">
            <a:extLst>
              <a:ext uri="{FF2B5EF4-FFF2-40B4-BE49-F238E27FC236}">
                <a16:creationId xmlns:a16="http://schemas.microsoft.com/office/drawing/2014/main" id="{62D3311D-C7A5-C767-AB26-D3D0F02C37E6}"/>
              </a:ext>
            </a:extLst>
          </p:cNvPr>
          <p:cNvSpPr/>
          <p:nvPr/>
        </p:nvSpPr>
        <p:spPr>
          <a:xfrm>
            <a:off x="6379336" y="5496946"/>
            <a:ext cx="2073450" cy="994743"/>
          </a:xfrm>
          <a:prstGeom prst="rect">
            <a:avLst/>
          </a:prstGeom>
          <a:solidFill>
            <a:srgbClr val="2F3339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1500" dirty="0"/>
              <a:t>관리형 패턴 종료</a:t>
            </a:r>
          </a:p>
        </p:txBody>
      </p:sp>
      <p:sp>
        <p:nvSpPr>
          <p:cNvPr id="90" name="직사각형 89">
            <a:extLst>
              <a:ext uri="{FF2B5EF4-FFF2-40B4-BE49-F238E27FC236}">
                <a16:creationId xmlns:a16="http://schemas.microsoft.com/office/drawing/2014/main" id="{8A08FE4A-57BC-FE0D-76BC-9C859898B218}"/>
              </a:ext>
            </a:extLst>
          </p:cNvPr>
          <p:cNvSpPr/>
          <p:nvPr/>
        </p:nvSpPr>
        <p:spPr>
          <a:xfrm>
            <a:off x="9184374" y="5496946"/>
            <a:ext cx="2073450" cy="994743"/>
          </a:xfrm>
          <a:prstGeom prst="rect">
            <a:avLst/>
          </a:prstGeom>
          <a:solidFill>
            <a:srgbClr val="2F3339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1500"/>
              <a:t>봉인 해제</a:t>
            </a:r>
            <a:endParaRPr lang="ko-KR" altLang="en-US" sz="1500" dirty="0"/>
          </a:p>
        </p:txBody>
      </p:sp>
      <p:cxnSp>
        <p:nvCxnSpPr>
          <p:cNvPr id="95" name="직선 화살표 연결선 94">
            <a:extLst>
              <a:ext uri="{FF2B5EF4-FFF2-40B4-BE49-F238E27FC236}">
                <a16:creationId xmlns:a16="http://schemas.microsoft.com/office/drawing/2014/main" id="{7268978C-4CD1-3224-93F0-CD80FEF96171}"/>
              </a:ext>
            </a:extLst>
          </p:cNvPr>
          <p:cNvCxnSpPr>
            <a:cxnSpLocks/>
          </p:cNvCxnSpPr>
          <p:nvPr/>
        </p:nvCxnSpPr>
        <p:spPr>
          <a:xfrm>
            <a:off x="1805982" y="1404347"/>
            <a:ext cx="0" cy="194529"/>
          </a:xfrm>
          <a:prstGeom prst="straightConnector1">
            <a:avLst/>
          </a:prstGeom>
          <a:ln w="12700">
            <a:solidFill>
              <a:srgbClr val="F8F9F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연결선 98">
            <a:extLst>
              <a:ext uri="{FF2B5EF4-FFF2-40B4-BE49-F238E27FC236}">
                <a16:creationId xmlns:a16="http://schemas.microsoft.com/office/drawing/2014/main" id="{012E3222-1234-AC86-8BBA-42826E976C56}"/>
              </a:ext>
            </a:extLst>
          </p:cNvPr>
          <p:cNvCxnSpPr>
            <a:cxnSpLocks/>
          </p:cNvCxnSpPr>
          <p:nvPr/>
        </p:nvCxnSpPr>
        <p:spPr>
          <a:xfrm>
            <a:off x="5964326" y="1214309"/>
            <a:ext cx="0" cy="190038"/>
          </a:xfrm>
          <a:prstGeom prst="line">
            <a:avLst/>
          </a:prstGeom>
          <a:ln w="12700">
            <a:solidFill>
              <a:srgbClr val="F8F9F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직선 연결선 102">
            <a:extLst>
              <a:ext uri="{FF2B5EF4-FFF2-40B4-BE49-F238E27FC236}">
                <a16:creationId xmlns:a16="http://schemas.microsoft.com/office/drawing/2014/main" id="{93B1C988-9399-5FBD-FCBD-26C1207BB8DA}"/>
              </a:ext>
            </a:extLst>
          </p:cNvPr>
          <p:cNvCxnSpPr>
            <a:cxnSpLocks/>
          </p:cNvCxnSpPr>
          <p:nvPr/>
        </p:nvCxnSpPr>
        <p:spPr>
          <a:xfrm>
            <a:off x="1805982" y="1404347"/>
            <a:ext cx="8443430" cy="0"/>
          </a:xfrm>
          <a:prstGeom prst="line">
            <a:avLst/>
          </a:prstGeom>
          <a:ln w="12700">
            <a:solidFill>
              <a:srgbClr val="F8F9F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직선 화살표 연결선 107">
            <a:extLst>
              <a:ext uri="{FF2B5EF4-FFF2-40B4-BE49-F238E27FC236}">
                <a16:creationId xmlns:a16="http://schemas.microsoft.com/office/drawing/2014/main" id="{1C39DE30-FBE4-9169-FAA3-960F52C840FA}"/>
              </a:ext>
            </a:extLst>
          </p:cNvPr>
          <p:cNvCxnSpPr>
            <a:cxnSpLocks/>
          </p:cNvCxnSpPr>
          <p:nvPr/>
        </p:nvCxnSpPr>
        <p:spPr>
          <a:xfrm>
            <a:off x="4617701" y="1404346"/>
            <a:ext cx="0" cy="194529"/>
          </a:xfrm>
          <a:prstGeom prst="straightConnector1">
            <a:avLst/>
          </a:prstGeom>
          <a:ln w="12700">
            <a:solidFill>
              <a:srgbClr val="F8F9F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직선 화살표 연결선 109">
            <a:extLst>
              <a:ext uri="{FF2B5EF4-FFF2-40B4-BE49-F238E27FC236}">
                <a16:creationId xmlns:a16="http://schemas.microsoft.com/office/drawing/2014/main" id="{4CA5C429-BE9E-A53D-3400-5FEC6E92A512}"/>
              </a:ext>
            </a:extLst>
          </p:cNvPr>
          <p:cNvCxnSpPr>
            <a:cxnSpLocks/>
          </p:cNvCxnSpPr>
          <p:nvPr/>
        </p:nvCxnSpPr>
        <p:spPr>
          <a:xfrm>
            <a:off x="7433187" y="1415184"/>
            <a:ext cx="0" cy="194529"/>
          </a:xfrm>
          <a:prstGeom prst="straightConnector1">
            <a:avLst/>
          </a:prstGeom>
          <a:ln w="12700">
            <a:solidFill>
              <a:srgbClr val="F8F9F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직선 화살표 연결선 110">
            <a:extLst>
              <a:ext uri="{FF2B5EF4-FFF2-40B4-BE49-F238E27FC236}">
                <a16:creationId xmlns:a16="http://schemas.microsoft.com/office/drawing/2014/main" id="{0ED8825D-39AF-11AD-ADDF-D6447A8BF5D2}"/>
              </a:ext>
            </a:extLst>
          </p:cNvPr>
          <p:cNvCxnSpPr>
            <a:cxnSpLocks/>
          </p:cNvCxnSpPr>
          <p:nvPr/>
        </p:nvCxnSpPr>
        <p:spPr>
          <a:xfrm>
            <a:off x="10249412" y="1404345"/>
            <a:ext cx="0" cy="194529"/>
          </a:xfrm>
          <a:prstGeom prst="straightConnector1">
            <a:avLst/>
          </a:prstGeom>
          <a:ln w="12700">
            <a:solidFill>
              <a:srgbClr val="F8F9F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직선 화살표 연결선 112">
            <a:extLst>
              <a:ext uri="{FF2B5EF4-FFF2-40B4-BE49-F238E27FC236}">
                <a16:creationId xmlns:a16="http://schemas.microsoft.com/office/drawing/2014/main" id="{5C882C27-47DE-044C-2BD6-F01F45EC1FB6}"/>
              </a:ext>
            </a:extLst>
          </p:cNvPr>
          <p:cNvCxnSpPr>
            <a:cxnSpLocks/>
            <a:endCxn id="62" idx="0"/>
          </p:cNvCxnSpPr>
          <p:nvPr/>
        </p:nvCxnSpPr>
        <p:spPr>
          <a:xfrm>
            <a:off x="1805982" y="2502437"/>
            <a:ext cx="0" cy="335009"/>
          </a:xfrm>
          <a:prstGeom prst="straightConnector1">
            <a:avLst/>
          </a:prstGeom>
          <a:ln w="12700">
            <a:solidFill>
              <a:srgbClr val="F8F9F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직선 화살표 연결선 114">
            <a:extLst>
              <a:ext uri="{FF2B5EF4-FFF2-40B4-BE49-F238E27FC236}">
                <a16:creationId xmlns:a16="http://schemas.microsoft.com/office/drawing/2014/main" id="{E4847923-16FC-FAE4-1DE6-75A45BC5C05E}"/>
              </a:ext>
            </a:extLst>
          </p:cNvPr>
          <p:cNvCxnSpPr>
            <a:cxnSpLocks/>
          </p:cNvCxnSpPr>
          <p:nvPr/>
        </p:nvCxnSpPr>
        <p:spPr>
          <a:xfrm>
            <a:off x="1805982" y="3832188"/>
            <a:ext cx="0" cy="335009"/>
          </a:xfrm>
          <a:prstGeom prst="straightConnector1">
            <a:avLst/>
          </a:prstGeom>
          <a:ln w="12700">
            <a:solidFill>
              <a:srgbClr val="F8F9F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C1A644BA-8B17-B904-6253-F5F2EECF5312}"/>
              </a:ext>
            </a:extLst>
          </p:cNvPr>
          <p:cNvCxnSpPr>
            <a:cxnSpLocks/>
          </p:cNvCxnSpPr>
          <p:nvPr/>
        </p:nvCxnSpPr>
        <p:spPr>
          <a:xfrm>
            <a:off x="1805982" y="5161937"/>
            <a:ext cx="0" cy="335009"/>
          </a:xfrm>
          <a:prstGeom prst="straightConnector1">
            <a:avLst/>
          </a:prstGeom>
          <a:ln w="12700">
            <a:solidFill>
              <a:srgbClr val="F8F9F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직선 화살표 연결선 116">
            <a:extLst>
              <a:ext uri="{FF2B5EF4-FFF2-40B4-BE49-F238E27FC236}">
                <a16:creationId xmlns:a16="http://schemas.microsoft.com/office/drawing/2014/main" id="{803EB0AB-F71F-0B48-F949-8CFC6E32F6CD}"/>
              </a:ext>
            </a:extLst>
          </p:cNvPr>
          <p:cNvCxnSpPr>
            <a:cxnSpLocks/>
          </p:cNvCxnSpPr>
          <p:nvPr/>
        </p:nvCxnSpPr>
        <p:spPr>
          <a:xfrm>
            <a:off x="4617701" y="2502437"/>
            <a:ext cx="0" cy="335009"/>
          </a:xfrm>
          <a:prstGeom prst="straightConnector1">
            <a:avLst/>
          </a:prstGeom>
          <a:ln w="12700">
            <a:solidFill>
              <a:srgbClr val="F8F9F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직선 화살표 연결선 117">
            <a:extLst>
              <a:ext uri="{FF2B5EF4-FFF2-40B4-BE49-F238E27FC236}">
                <a16:creationId xmlns:a16="http://schemas.microsoft.com/office/drawing/2014/main" id="{DB7F5955-B0EA-655A-2D46-27D985C9134C}"/>
              </a:ext>
            </a:extLst>
          </p:cNvPr>
          <p:cNvCxnSpPr>
            <a:cxnSpLocks/>
          </p:cNvCxnSpPr>
          <p:nvPr/>
        </p:nvCxnSpPr>
        <p:spPr>
          <a:xfrm>
            <a:off x="4617701" y="3832187"/>
            <a:ext cx="0" cy="335009"/>
          </a:xfrm>
          <a:prstGeom prst="straightConnector1">
            <a:avLst/>
          </a:prstGeom>
          <a:ln w="12700">
            <a:solidFill>
              <a:srgbClr val="F8F9F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직선 화살표 연결선 118">
            <a:extLst>
              <a:ext uri="{FF2B5EF4-FFF2-40B4-BE49-F238E27FC236}">
                <a16:creationId xmlns:a16="http://schemas.microsoft.com/office/drawing/2014/main" id="{9C6E1CBE-8109-490C-F870-7160D892D170}"/>
              </a:ext>
            </a:extLst>
          </p:cNvPr>
          <p:cNvCxnSpPr>
            <a:cxnSpLocks/>
          </p:cNvCxnSpPr>
          <p:nvPr/>
        </p:nvCxnSpPr>
        <p:spPr>
          <a:xfrm>
            <a:off x="4617743" y="5161937"/>
            <a:ext cx="0" cy="335009"/>
          </a:xfrm>
          <a:prstGeom prst="straightConnector1">
            <a:avLst/>
          </a:prstGeom>
          <a:ln w="12700">
            <a:solidFill>
              <a:srgbClr val="F8F9F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직선 화살표 연결선 119">
            <a:extLst>
              <a:ext uri="{FF2B5EF4-FFF2-40B4-BE49-F238E27FC236}">
                <a16:creationId xmlns:a16="http://schemas.microsoft.com/office/drawing/2014/main" id="{38BBB29E-5FD4-36DF-6907-246DA1710360}"/>
              </a:ext>
            </a:extLst>
          </p:cNvPr>
          <p:cNvCxnSpPr>
            <a:cxnSpLocks/>
          </p:cNvCxnSpPr>
          <p:nvPr/>
        </p:nvCxnSpPr>
        <p:spPr>
          <a:xfrm>
            <a:off x="7433187" y="2513274"/>
            <a:ext cx="0" cy="335009"/>
          </a:xfrm>
          <a:prstGeom prst="straightConnector1">
            <a:avLst/>
          </a:prstGeom>
          <a:ln w="12700">
            <a:solidFill>
              <a:srgbClr val="F8F9F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직선 화살표 연결선 120">
            <a:extLst>
              <a:ext uri="{FF2B5EF4-FFF2-40B4-BE49-F238E27FC236}">
                <a16:creationId xmlns:a16="http://schemas.microsoft.com/office/drawing/2014/main" id="{6D9A624F-3274-5D69-1A0D-CF7DBE09DA8E}"/>
              </a:ext>
            </a:extLst>
          </p:cNvPr>
          <p:cNvCxnSpPr>
            <a:cxnSpLocks/>
          </p:cNvCxnSpPr>
          <p:nvPr/>
        </p:nvCxnSpPr>
        <p:spPr>
          <a:xfrm>
            <a:off x="7433187" y="3832187"/>
            <a:ext cx="0" cy="335009"/>
          </a:xfrm>
          <a:prstGeom prst="straightConnector1">
            <a:avLst/>
          </a:prstGeom>
          <a:ln w="12700">
            <a:solidFill>
              <a:srgbClr val="F8F9F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직선 화살표 연결선 121">
            <a:extLst>
              <a:ext uri="{FF2B5EF4-FFF2-40B4-BE49-F238E27FC236}">
                <a16:creationId xmlns:a16="http://schemas.microsoft.com/office/drawing/2014/main" id="{0482A638-17B7-3070-D52E-7429ECEB571C}"/>
              </a:ext>
            </a:extLst>
          </p:cNvPr>
          <p:cNvCxnSpPr>
            <a:cxnSpLocks/>
          </p:cNvCxnSpPr>
          <p:nvPr/>
        </p:nvCxnSpPr>
        <p:spPr>
          <a:xfrm>
            <a:off x="7433187" y="5161937"/>
            <a:ext cx="0" cy="335009"/>
          </a:xfrm>
          <a:prstGeom prst="straightConnector1">
            <a:avLst/>
          </a:prstGeom>
          <a:ln w="12700">
            <a:solidFill>
              <a:srgbClr val="F8F9F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직선 화살표 연결선 122">
            <a:extLst>
              <a:ext uri="{FF2B5EF4-FFF2-40B4-BE49-F238E27FC236}">
                <a16:creationId xmlns:a16="http://schemas.microsoft.com/office/drawing/2014/main" id="{D2FC0060-D45F-845A-50D6-A4FB49CD9668}"/>
              </a:ext>
            </a:extLst>
          </p:cNvPr>
          <p:cNvCxnSpPr>
            <a:cxnSpLocks/>
          </p:cNvCxnSpPr>
          <p:nvPr/>
        </p:nvCxnSpPr>
        <p:spPr>
          <a:xfrm>
            <a:off x="10249412" y="2485144"/>
            <a:ext cx="0" cy="335009"/>
          </a:xfrm>
          <a:prstGeom prst="straightConnector1">
            <a:avLst/>
          </a:prstGeom>
          <a:ln w="12700">
            <a:solidFill>
              <a:srgbClr val="F8F9F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84434CF0-D663-70CE-C993-7096015E1164}"/>
              </a:ext>
            </a:extLst>
          </p:cNvPr>
          <p:cNvCxnSpPr>
            <a:cxnSpLocks/>
          </p:cNvCxnSpPr>
          <p:nvPr/>
        </p:nvCxnSpPr>
        <p:spPr>
          <a:xfrm>
            <a:off x="10249412" y="3832186"/>
            <a:ext cx="0" cy="335009"/>
          </a:xfrm>
          <a:prstGeom prst="straightConnector1">
            <a:avLst/>
          </a:prstGeom>
          <a:ln w="12700">
            <a:solidFill>
              <a:srgbClr val="F8F9F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직선 화살표 연결선 124">
            <a:extLst>
              <a:ext uri="{FF2B5EF4-FFF2-40B4-BE49-F238E27FC236}">
                <a16:creationId xmlns:a16="http://schemas.microsoft.com/office/drawing/2014/main" id="{B0F0035E-EE31-5EE2-0850-D5F4FCD40651}"/>
              </a:ext>
            </a:extLst>
          </p:cNvPr>
          <p:cNvCxnSpPr>
            <a:cxnSpLocks/>
          </p:cNvCxnSpPr>
          <p:nvPr/>
        </p:nvCxnSpPr>
        <p:spPr>
          <a:xfrm>
            <a:off x="10249412" y="5161936"/>
            <a:ext cx="0" cy="335009"/>
          </a:xfrm>
          <a:prstGeom prst="straightConnector1">
            <a:avLst/>
          </a:prstGeom>
          <a:ln w="12700">
            <a:solidFill>
              <a:srgbClr val="F8F9F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81297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5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직사각형 56">
            <a:extLst>
              <a:ext uri="{FF2B5EF4-FFF2-40B4-BE49-F238E27FC236}">
                <a16:creationId xmlns:a16="http://schemas.microsoft.com/office/drawing/2014/main" id="{F77A55D0-A90D-2171-8577-5F2405459876}"/>
              </a:ext>
            </a:extLst>
          </p:cNvPr>
          <p:cNvSpPr/>
          <p:nvPr/>
        </p:nvSpPr>
        <p:spPr>
          <a:xfrm>
            <a:off x="1748126" y="1583102"/>
            <a:ext cx="1541146" cy="1511300"/>
          </a:xfrm>
          <a:prstGeom prst="rect">
            <a:avLst/>
          </a:prstGeom>
          <a:noFill/>
          <a:ln w="38100">
            <a:solidFill>
              <a:srgbClr val="2F3339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1500" dirty="0">
                <a:solidFill>
                  <a:srgbClr val="BF5428"/>
                </a:solidFill>
              </a:rPr>
              <a:t>대기</a:t>
            </a:r>
            <a:endParaRPr lang="en-US" altLang="ko-KR" sz="1500" dirty="0"/>
          </a:p>
          <a:p>
            <a:pPr algn="ctr"/>
            <a:r>
              <a:rPr lang="ko-KR" altLang="en-US" sz="1500" dirty="0"/>
              <a:t>낙서</a:t>
            </a:r>
            <a:endParaRPr lang="en-US" altLang="ko-KR" sz="1500" dirty="0"/>
          </a:p>
          <a:p>
            <a:pPr algn="ctr"/>
            <a:endParaRPr lang="en-US" altLang="ko-KR" sz="1500" dirty="0"/>
          </a:p>
          <a:p>
            <a:pPr algn="ctr"/>
            <a:r>
              <a:rPr lang="ko-KR" altLang="en-US" sz="1500" dirty="0">
                <a:solidFill>
                  <a:srgbClr val="BF5428"/>
                </a:solidFill>
              </a:rPr>
              <a:t>이동</a:t>
            </a:r>
            <a:endParaRPr lang="en-US" altLang="ko-KR" sz="1500" dirty="0"/>
          </a:p>
          <a:p>
            <a:pPr algn="ctr"/>
            <a:r>
              <a:rPr lang="ko-KR" altLang="en-US" sz="1500" dirty="0"/>
              <a:t>주변 물건 탐색</a:t>
            </a:r>
            <a:endParaRPr lang="en-US" altLang="ko-KR" sz="15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0A590E2-8C75-785C-EDAF-BDEE9FF029FA}"/>
              </a:ext>
            </a:extLst>
          </p:cNvPr>
          <p:cNvSpPr txBox="1"/>
          <p:nvPr/>
        </p:nvSpPr>
        <p:spPr>
          <a:xfrm>
            <a:off x="309654" y="366311"/>
            <a:ext cx="5199529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000" dirty="0">
                <a:solidFill>
                  <a:srgbClr val="BF5428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보스</a:t>
            </a:r>
            <a:r>
              <a:rPr lang="en-US" altLang="ko-KR" sz="3000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ko-KR" altLang="en-US" sz="3000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스킬 애니메이션 로직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77A55D0-A90D-2171-8577-5F2405459876}"/>
              </a:ext>
            </a:extLst>
          </p:cNvPr>
          <p:cNvSpPr/>
          <p:nvPr/>
        </p:nvSpPr>
        <p:spPr>
          <a:xfrm>
            <a:off x="558624" y="1304196"/>
            <a:ext cx="757672" cy="386842"/>
          </a:xfrm>
          <a:prstGeom prst="rect">
            <a:avLst/>
          </a:prstGeom>
          <a:solidFill>
            <a:srgbClr val="2F3339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1500" dirty="0"/>
              <a:t>생성</a:t>
            </a: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F77A55D0-A90D-2171-8577-5F2405459876}"/>
              </a:ext>
            </a:extLst>
          </p:cNvPr>
          <p:cNvSpPr/>
          <p:nvPr/>
        </p:nvSpPr>
        <p:spPr>
          <a:xfrm>
            <a:off x="1993871" y="1304196"/>
            <a:ext cx="1049656" cy="386842"/>
          </a:xfrm>
          <a:prstGeom prst="rect">
            <a:avLst/>
          </a:prstGeom>
          <a:solidFill>
            <a:srgbClr val="2F3339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1500" dirty="0" err="1"/>
              <a:t>비전투</a:t>
            </a:r>
            <a:endParaRPr lang="ko-KR" altLang="en-US" sz="1500" dirty="0"/>
          </a:p>
        </p:txBody>
      </p:sp>
      <p:sp>
        <p:nvSpPr>
          <p:cNvPr id="69" name="직사각형 68">
            <a:extLst>
              <a:ext uri="{FF2B5EF4-FFF2-40B4-BE49-F238E27FC236}">
                <a16:creationId xmlns:a16="http://schemas.microsoft.com/office/drawing/2014/main" id="{F77A55D0-A90D-2171-8577-5F2405459876}"/>
              </a:ext>
            </a:extLst>
          </p:cNvPr>
          <p:cNvSpPr/>
          <p:nvPr/>
        </p:nvSpPr>
        <p:spPr>
          <a:xfrm>
            <a:off x="1748126" y="4096642"/>
            <a:ext cx="1541146" cy="1998298"/>
          </a:xfrm>
          <a:prstGeom prst="rect">
            <a:avLst/>
          </a:prstGeom>
          <a:noFill/>
          <a:ln w="38100">
            <a:solidFill>
              <a:srgbClr val="2F3339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1500" dirty="0">
                <a:solidFill>
                  <a:srgbClr val="BF5428"/>
                </a:solidFill>
              </a:rPr>
              <a:t>대기</a:t>
            </a:r>
            <a:endParaRPr lang="en-US" altLang="ko-KR" sz="1500" dirty="0"/>
          </a:p>
          <a:p>
            <a:pPr algn="ctr"/>
            <a:r>
              <a:rPr lang="ko-KR" altLang="en-US" sz="1500" dirty="0"/>
              <a:t>비웃음 </a:t>
            </a:r>
            <a:r>
              <a:rPr lang="en-US" altLang="ko-KR" sz="1500" dirty="0"/>
              <a:t>/ </a:t>
            </a:r>
            <a:r>
              <a:rPr lang="ko-KR" altLang="en-US" sz="1500" dirty="0"/>
              <a:t>노려봄</a:t>
            </a:r>
            <a:endParaRPr lang="en-US" altLang="ko-KR" sz="1500" dirty="0"/>
          </a:p>
          <a:p>
            <a:pPr algn="ctr"/>
            <a:endParaRPr lang="en-US" altLang="ko-KR" sz="1500" dirty="0"/>
          </a:p>
          <a:p>
            <a:pPr algn="ctr"/>
            <a:r>
              <a:rPr lang="ko-KR" altLang="en-US" sz="1500" dirty="0">
                <a:solidFill>
                  <a:srgbClr val="BF5428"/>
                </a:solidFill>
              </a:rPr>
              <a:t>이동</a:t>
            </a:r>
            <a:endParaRPr lang="en-US" altLang="ko-KR" sz="1500" dirty="0"/>
          </a:p>
          <a:p>
            <a:pPr algn="ctr"/>
            <a:r>
              <a:rPr lang="ko-KR" altLang="en-US" sz="1500" dirty="0" err="1"/>
              <a:t>어깨빵</a:t>
            </a:r>
            <a:endParaRPr lang="en-US" altLang="ko-KR" sz="1500" dirty="0"/>
          </a:p>
        </p:txBody>
      </p:sp>
      <p:sp>
        <p:nvSpPr>
          <p:cNvPr id="70" name="직사각형 69">
            <a:extLst>
              <a:ext uri="{FF2B5EF4-FFF2-40B4-BE49-F238E27FC236}">
                <a16:creationId xmlns:a16="http://schemas.microsoft.com/office/drawing/2014/main" id="{F77A55D0-A90D-2171-8577-5F2405459876}"/>
              </a:ext>
            </a:extLst>
          </p:cNvPr>
          <p:cNvSpPr/>
          <p:nvPr/>
        </p:nvSpPr>
        <p:spPr>
          <a:xfrm>
            <a:off x="1993871" y="3817736"/>
            <a:ext cx="1049656" cy="386842"/>
          </a:xfrm>
          <a:prstGeom prst="rect">
            <a:avLst/>
          </a:prstGeom>
          <a:solidFill>
            <a:srgbClr val="2F3339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1500" dirty="0"/>
              <a:t>전투</a:t>
            </a:r>
          </a:p>
        </p:txBody>
      </p:sp>
      <p:sp>
        <p:nvSpPr>
          <p:cNvPr id="71" name="직사각형 70">
            <a:extLst>
              <a:ext uri="{FF2B5EF4-FFF2-40B4-BE49-F238E27FC236}">
                <a16:creationId xmlns:a16="http://schemas.microsoft.com/office/drawing/2014/main" id="{F77A55D0-A90D-2171-8577-5F2405459876}"/>
              </a:ext>
            </a:extLst>
          </p:cNvPr>
          <p:cNvSpPr/>
          <p:nvPr/>
        </p:nvSpPr>
        <p:spPr>
          <a:xfrm>
            <a:off x="4415199" y="4325208"/>
            <a:ext cx="1541146" cy="1535295"/>
          </a:xfrm>
          <a:prstGeom prst="rect">
            <a:avLst/>
          </a:prstGeom>
          <a:noFill/>
          <a:ln w="38100">
            <a:solidFill>
              <a:srgbClr val="2F3339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1500" dirty="0">
                <a:solidFill>
                  <a:srgbClr val="FFFFFF"/>
                </a:solidFill>
              </a:rPr>
              <a:t>연필 찌르기</a:t>
            </a:r>
            <a:endParaRPr lang="en-US" altLang="ko-KR" sz="1500" dirty="0">
              <a:solidFill>
                <a:srgbClr val="FFFFFF"/>
              </a:solidFill>
            </a:endParaRPr>
          </a:p>
          <a:p>
            <a:pPr algn="ctr"/>
            <a:endParaRPr lang="en-US" altLang="ko-KR" sz="1500" dirty="0">
              <a:solidFill>
                <a:srgbClr val="FFFFFF"/>
              </a:solidFill>
            </a:endParaRPr>
          </a:p>
          <a:p>
            <a:pPr algn="ctr"/>
            <a:r>
              <a:rPr lang="ko-KR" altLang="en-US" sz="1500" dirty="0">
                <a:solidFill>
                  <a:srgbClr val="FFFFFF"/>
                </a:solidFill>
              </a:rPr>
              <a:t>공책 휘두르기</a:t>
            </a:r>
            <a:endParaRPr lang="en-US" altLang="ko-KR" sz="1500" dirty="0">
              <a:solidFill>
                <a:srgbClr val="FFFFFF"/>
              </a:solidFill>
            </a:endParaRPr>
          </a:p>
          <a:p>
            <a:pPr algn="ctr"/>
            <a:endParaRPr lang="en-US" altLang="ko-KR" sz="1500" dirty="0">
              <a:solidFill>
                <a:srgbClr val="FFFFFF"/>
              </a:solidFill>
            </a:endParaRPr>
          </a:p>
          <a:p>
            <a:pPr algn="ctr"/>
            <a:r>
              <a:rPr lang="ko-KR" altLang="en-US" sz="1500" dirty="0">
                <a:solidFill>
                  <a:srgbClr val="FFFFFF"/>
                </a:solidFill>
              </a:rPr>
              <a:t>지우개 투척</a:t>
            </a:r>
            <a:endParaRPr lang="en-US" altLang="ko-KR" sz="1500" dirty="0">
              <a:solidFill>
                <a:srgbClr val="FFFFFF"/>
              </a:solidFill>
            </a:endParaRPr>
          </a:p>
        </p:txBody>
      </p:sp>
      <p:sp>
        <p:nvSpPr>
          <p:cNvPr id="72" name="직사각형 71">
            <a:extLst>
              <a:ext uri="{FF2B5EF4-FFF2-40B4-BE49-F238E27FC236}">
                <a16:creationId xmlns:a16="http://schemas.microsoft.com/office/drawing/2014/main" id="{F77A55D0-A90D-2171-8577-5F2405459876}"/>
              </a:ext>
            </a:extLst>
          </p:cNvPr>
          <p:cNvSpPr/>
          <p:nvPr/>
        </p:nvSpPr>
        <p:spPr>
          <a:xfrm>
            <a:off x="4660944" y="4046302"/>
            <a:ext cx="1049656" cy="386842"/>
          </a:xfrm>
          <a:prstGeom prst="rect">
            <a:avLst/>
          </a:prstGeom>
          <a:solidFill>
            <a:srgbClr val="2F3339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1500" dirty="0"/>
              <a:t>기본 공격</a:t>
            </a:r>
          </a:p>
        </p:txBody>
      </p:sp>
      <p:sp>
        <p:nvSpPr>
          <p:cNvPr id="75" name="직사각형 74">
            <a:extLst>
              <a:ext uri="{FF2B5EF4-FFF2-40B4-BE49-F238E27FC236}">
                <a16:creationId xmlns:a16="http://schemas.microsoft.com/office/drawing/2014/main" id="{F77A55D0-A90D-2171-8577-5F2405459876}"/>
              </a:ext>
            </a:extLst>
          </p:cNvPr>
          <p:cNvSpPr/>
          <p:nvPr/>
        </p:nvSpPr>
        <p:spPr>
          <a:xfrm>
            <a:off x="6726918" y="4325208"/>
            <a:ext cx="1541146" cy="1535295"/>
          </a:xfrm>
          <a:prstGeom prst="rect">
            <a:avLst/>
          </a:prstGeom>
          <a:noFill/>
          <a:ln w="38100">
            <a:solidFill>
              <a:srgbClr val="2F3339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1500" dirty="0">
                <a:solidFill>
                  <a:srgbClr val="FFFFFF"/>
                </a:solidFill>
              </a:rPr>
              <a:t>밀치기</a:t>
            </a:r>
            <a:endParaRPr lang="en-US" altLang="ko-KR" sz="1500" dirty="0">
              <a:solidFill>
                <a:srgbClr val="FFFFFF"/>
              </a:solidFill>
            </a:endParaRPr>
          </a:p>
          <a:p>
            <a:pPr algn="ctr"/>
            <a:endParaRPr lang="en-US" altLang="ko-KR" sz="1500" dirty="0">
              <a:solidFill>
                <a:srgbClr val="FFFFFF"/>
              </a:solidFill>
            </a:endParaRPr>
          </a:p>
          <a:p>
            <a:pPr algn="ctr"/>
            <a:r>
              <a:rPr lang="ko-KR" altLang="en-US" sz="1500" dirty="0">
                <a:solidFill>
                  <a:srgbClr val="FFFFFF"/>
                </a:solidFill>
              </a:rPr>
              <a:t>붙잡기</a:t>
            </a:r>
            <a:endParaRPr lang="en-US" altLang="ko-KR" sz="1500" dirty="0">
              <a:solidFill>
                <a:srgbClr val="FFFFFF"/>
              </a:solidFill>
            </a:endParaRPr>
          </a:p>
          <a:p>
            <a:pPr algn="ctr"/>
            <a:endParaRPr lang="en-US" altLang="ko-KR" sz="1500" dirty="0">
              <a:solidFill>
                <a:srgbClr val="FFFFFF"/>
              </a:solidFill>
            </a:endParaRPr>
          </a:p>
          <a:p>
            <a:pPr algn="ctr"/>
            <a:r>
              <a:rPr lang="ko-KR" altLang="en-US" sz="1500" dirty="0" err="1">
                <a:solidFill>
                  <a:srgbClr val="FFFFFF"/>
                </a:solidFill>
              </a:rPr>
              <a:t>막나가기</a:t>
            </a:r>
            <a:endParaRPr lang="en-US" altLang="ko-KR" sz="1500" dirty="0">
              <a:solidFill>
                <a:srgbClr val="FFFFFF"/>
              </a:solidFill>
            </a:endParaRPr>
          </a:p>
        </p:txBody>
      </p:sp>
      <p:sp>
        <p:nvSpPr>
          <p:cNvPr id="76" name="직사각형 75">
            <a:extLst>
              <a:ext uri="{FF2B5EF4-FFF2-40B4-BE49-F238E27FC236}">
                <a16:creationId xmlns:a16="http://schemas.microsoft.com/office/drawing/2014/main" id="{F77A55D0-A90D-2171-8577-5F2405459876}"/>
              </a:ext>
            </a:extLst>
          </p:cNvPr>
          <p:cNvSpPr/>
          <p:nvPr/>
        </p:nvSpPr>
        <p:spPr>
          <a:xfrm>
            <a:off x="6972663" y="4046302"/>
            <a:ext cx="1049656" cy="386842"/>
          </a:xfrm>
          <a:prstGeom prst="rect">
            <a:avLst/>
          </a:prstGeom>
          <a:solidFill>
            <a:srgbClr val="2F3339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1500" dirty="0"/>
              <a:t>스킬</a:t>
            </a:r>
          </a:p>
        </p:txBody>
      </p:sp>
      <p:sp>
        <p:nvSpPr>
          <p:cNvPr id="77" name="직사각형 76">
            <a:extLst>
              <a:ext uri="{FF2B5EF4-FFF2-40B4-BE49-F238E27FC236}">
                <a16:creationId xmlns:a16="http://schemas.microsoft.com/office/drawing/2014/main" id="{F77A55D0-A90D-2171-8577-5F2405459876}"/>
              </a:ext>
            </a:extLst>
          </p:cNvPr>
          <p:cNvSpPr/>
          <p:nvPr/>
        </p:nvSpPr>
        <p:spPr>
          <a:xfrm>
            <a:off x="7945637" y="1582078"/>
            <a:ext cx="1541146" cy="1568669"/>
          </a:xfrm>
          <a:prstGeom prst="rect">
            <a:avLst/>
          </a:prstGeom>
          <a:noFill/>
          <a:ln w="38100">
            <a:solidFill>
              <a:srgbClr val="2F3339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1500" dirty="0">
                <a:solidFill>
                  <a:srgbClr val="FFFFFF"/>
                </a:solidFill>
              </a:rPr>
              <a:t>주춤</a:t>
            </a:r>
            <a:endParaRPr lang="en-US" altLang="ko-KR" sz="1500" dirty="0">
              <a:solidFill>
                <a:srgbClr val="FFFFFF"/>
              </a:solidFill>
            </a:endParaRPr>
          </a:p>
          <a:p>
            <a:pPr algn="ctr"/>
            <a:endParaRPr lang="en-US" altLang="ko-KR" sz="1500" dirty="0">
              <a:solidFill>
                <a:srgbClr val="FFFFFF"/>
              </a:solidFill>
            </a:endParaRPr>
          </a:p>
          <a:p>
            <a:pPr algn="ctr"/>
            <a:r>
              <a:rPr lang="ko-KR" altLang="en-US" sz="1500" dirty="0">
                <a:solidFill>
                  <a:srgbClr val="FFFFFF"/>
                </a:solidFill>
              </a:rPr>
              <a:t>넘어짐</a:t>
            </a:r>
            <a:endParaRPr lang="en-US" altLang="ko-KR" sz="1500" dirty="0">
              <a:solidFill>
                <a:srgbClr val="FFFFFF"/>
              </a:solidFill>
            </a:endParaRPr>
          </a:p>
          <a:p>
            <a:pPr algn="ctr"/>
            <a:endParaRPr lang="en-US" altLang="ko-KR" sz="1500" dirty="0">
              <a:solidFill>
                <a:srgbClr val="FFFFFF"/>
              </a:solidFill>
            </a:endParaRPr>
          </a:p>
          <a:p>
            <a:pPr algn="ctr"/>
            <a:r>
              <a:rPr lang="ko-KR" altLang="en-US" sz="1500" dirty="0">
                <a:solidFill>
                  <a:srgbClr val="FFFFFF"/>
                </a:solidFill>
              </a:rPr>
              <a:t>무너짐</a:t>
            </a:r>
            <a:endParaRPr lang="en-US" altLang="ko-KR" sz="1500" dirty="0">
              <a:solidFill>
                <a:srgbClr val="FFFFFF"/>
              </a:solidFill>
            </a:endParaRPr>
          </a:p>
        </p:txBody>
      </p: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F77A55D0-A90D-2171-8577-5F2405459876}"/>
              </a:ext>
            </a:extLst>
          </p:cNvPr>
          <p:cNvSpPr/>
          <p:nvPr/>
        </p:nvSpPr>
        <p:spPr>
          <a:xfrm>
            <a:off x="8191382" y="1303172"/>
            <a:ext cx="1049656" cy="386842"/>
          </a:xfrm>
          <a:prstGeom prst="rect">
            <a:avLst/>
          </a:prstGeom>
          <a:solidFill>
            <a:srgbClr val="2F3339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1500" dirty="0"/>
              <a:t>반응</a:t>
            </a:r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F77A55D0-A90D-2171-8577-5F2405459876}"/>
              </a:ext>
            </a:extLst>
          </p:cNvPr>
          <p:cNvSpPr/>
          <p:nvPr/>
        </p:nvSpPr>
        <p:spPr>
          <a:xfrm>
            <a:off x="5509183" y="1582078"/>
            <a:ext cx="1541146" cy="1573889"/>
          </a:xfrm>
          <a:prstGeom prst="rect">
            <a:avLst/>
          </a:prstGeom>
          <a:noFill/>
          <a:ln w="38100">
            <a:solidFill>
              <a:srgbClr val="2F3339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1500" dirty="0">
                <a:solidFill>
                  <a:srgbClr val="FFFFFF"/>
                </a:solidFill>
              </a:rPr>
              <a:t>시비 시작</a:t>
            </a:r>
            <a:endParaRPr lang="en-US" altLang="ko-KR" sz="1500" dirty="0">
              <a:solidFill>
                <a:srgbClr val="FFFFFF"/>
              </a:solidFill>
            </a:endParaRPr>
          </a:p>
          <a:p>
            <a:pPr algn="ctr"/>
            <a:endParaRPr lang="en-US" altLang="ko-KR" sz="1500" dirty="0">
              <a:solidFill>
                <a:srgbClr val="FFFFFF"/>
              </a:solidFill>
            </a:endParaRPr>
          </a:p>
          <a:p>
            <a:pPr algn="ctr"/>
            <a:r>
              <a:rPr lang="ko-KR" altLang="en-US" sz="1500" dirty="0">
                <a:solidFill>
                  <a:srgbClr val="FFFFFF"/>
                </a:solidFill>
              </a:rPr>
              <a:t>균형 붕괴</a:t>
            </a:r>
            <a:endParaRPr lang="en-US" altLang="ko-KR" sz="1500" dirty="0">
              <a:solidFill>
                <a:srgbClr val="FFFFFF"/>
              </a:solidFill>
            </a:endParaRPr>
          </a:p>
          <a:p>
            <a:pPr algn="ctr"/>
            <a:endParaRPr lang="en-US" altLang="ko-KR" sz="1500" dirty="0">
              <a:solidFill>
                <a:srgbClr val="FFFFFF"/>
              </a:solidFill>
            </a:endParaRPr>
          </a:p>
          <a:p>
            <a:pPr algn="ctr"/>
            <a:r>
              <a:rPr lang="ko-KR" altLang="en-US" sz="1500" dirty="0">
                <a:solidFill>
                  <a:srgbClr val="FFFFFF"/>
                </a:solidFill>
              </a:rPr>
              <a:t>제압</a:t>
            </a:r>
            <a:endParaRPr lang="en-US" altLang="ko-KR" sz="1500" dirty="0">
              <a:solidFill>
                <a:srgbClr val="FFFFFF"/>
              </a:solidFill>
            </a:endParaRPr>
          </a:p>
        </p:txBody>
      </p:sp>
      <p:sp>
        <p:nvSpPr>
          <p:cNvPr id="84" name="직사각형 83">
            <a:extLst>
              <a:ext uri="{FF2B5EF4-FFF2-40B4-BE49-F238E27FC236}">
                <a16:creationId xmlns:a16="http://schemas.microsoft.com/office/drawing/2014/main" id="{F77A55D0-A90D-2171-8577-5F2405459876}"/>
              </a:ext>
            </a:extLst>
          </p:cNvPr>
          <p:cNvSpPr/>
          <p:nvPr/>
        </p:nvSpPr>
        <p:spPr>
          <a:xfrm>
            <a:off x="5754928" y="1303172"/>
            <a:ext cx="1049656" cy="386842"/>
          </a:xfrm>
          <a:prstGeom prst="rect">
            <a:avLst/>
          </a:prstGeom>
          <a:solidFill>
            <a:srgbClr val="2F3339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1500" dirty="0"/>
              <a:t>연출</a:t>
            </a:r>
          </a:p>
        </p:txBody>
      </p:sp>
      <p:sp>
        <p:nvSpPr>
          <p:cNvPr id="2" name="직사각형 1"/>
          <p:cNvSpPr/>
          <p:nvPr/>
        </p:nvSpPr>
        <p:spPr>
          <a:xfrm>
            <a:off x="3765558" y="3434873"/>
            <a:ext cx="7448542" cy="2660067"/>
          </a:xfrm>
          <a:prstGeom prst="rect">
            <a:avLst/>
          </a:prstGeom>
          <a:noFill/>
          <a:ln>
            <a:solidFill>
              <a:srgbClr val="FFFFFF">
                <a:alpha val="30000"/>
              </a:srgb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직사각형 84">
            <a:extLst>
              <a:ext uri="{FF2B5EF4-FFF2-40B4-BE49-F238E27FC236}">
                <a16:creationId xmlns:a16="http://schemas.microsoft.com/office/drawing/2014/main" id="{F77A55D0-A90D-2171-8577-5F2405459876}"/>
              </a:ext>
            </a:extLst>
          </p:cNvPr>
          <p:cNvSpPr/>
          <p:nvPr/>
        </p:nvSpPr>
        <p:spPr>
          <a:xfrm>
            <a:off x="9038637" y="4518629"/>
            <a:ext cx="1541146" cy="1135722"/>
          </a:xfrm>
          <a:prstGeom prst="rect">
            <a:avLst/>
          </a:prstGeom>
          <a:noFill/>
          <a:ln w="38100">
            <a:solidFill>
              <a:srgbClr val="2F3339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1500" dirty="0" err="1">
                <a:solidFill>
                  <a:srgbClr val="FFFFFF"/>
                </a:solidFill>
              </a:rPr>
              <a:t>휘청</a:t>
            </a:r>
            <a:endParaRPr lang="en-US" altLang="ko-KR" sz="1500" dirty="0">
              <a:solidFill>
                <a:srgbClr val="FFFFFF"/>
              </a:solidFill>
            </a:endParaRPr>
          </a:p>
          <a:p>
            <a:pPr algn="ctr"/>
            <a:endParaRPr lang="en-US" altLang="ko-KR" sz="1500" dirty="0">
              <a:solidFill>
                <a:srgbClr val="FFFFFF"/>
              </a:solidFill>
            </a:endParaRPr>
          </a:p>
          <a:p>
            <a:pPr algn="ctr"/>
            <a:r>
              <a:rPr lang="ko-KR" altLang="en-US" sz="1500" dirty="0">
                <a:solidFill>
                  <a:srgbClr val="FFFFFF"/>
                </a:solidFill>
              </a:rPr>
              <a:t>회피 반격 허용</a:t>
            </a:r>
            <a:endParaRPr lang="en-US" altLang="ko-KR" sz="1500" dirty="0">
              <a:solidFill>
                <a:srgbClr val="FFFFFF"/>
              </a:solidFill>
            </a:endParaRPr>
          </a:p>
        </p:txBody>
      </p:sp>
      <p:sp>
        <p:nvSpPr>
          <p:cNvPr id="86" name="직사각형 85">
            <a:extLst>
              <a:ext uri="{FF2B5EF4-FFF2-40B4-BE49-F238E27FC236}">
                <a16:creationId xmlns:a16="http://schemas.microsoft.com/office/drawing/2014/main" id="{F77A55D0-A90D-2171-8577-5F2405459876}"/>
              </a:ext>
            </a:extLst>
          </p:cNvPr>
          <p:cNvSpPr/>
          <p:nvPr/>
        </p:nvSpPr>
        <p:spPr>
          <a:xfrm>
            <a:off x="9284382" y="4239722"/>
            <a:ext cx="1049656" cy="386842"/>
          </a:xfrm>
          <a:prstGeom prst="rect">
            <a:avLst/>
          </a:prstGeom>
          <a:solidFill>
            <a:srgbClr val="2F3339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1500" dirty="0"/>
              <a:t>추가 동작</a:t>
            </a:r>
          </a:p>
        </p:txBody>
      </p:sp>
      <p:cxnSp>
        <p:nvCxnSpPr>
          <p:cNvPr id="4" name="직선 화살표 연결선 3"/>
          <p:cNvCxnSpPr>
            <a:stCxn id="57" idx="2"/>
            <a:endCxn id="70" idx="0"/>
          </p:cNvCxnSpPr>
          <p:nvPr/>
        </p:nvCxnSpPr>
        <p:spPr>
          <a:xfrm>
            <a:off x="2518699" y="3094402"/>
            <a:ext cx="0" cy="723334"/>
          </a:xfrm>
          <a:prstGeom prst="straightConnector1">
            <a:avLst/>
          </a:prstGeom>
          <a:ln w="12700">
            <a:solidFill>
              <a:srgbClr val="FFFFFF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화살표 연결선 90"/>
          <p:cNvCxnSpPr/>
          <p:nvPr/>
        </p:nvCxnSpPr>
        <p:spPr>
          <a:xfrm flipH="1">
            <a:off x="3314674" y="5136766"/>
            <a:ext cx="450884" cy="0"/>
          </a:xfrm>
          <a:prstGeom prst="straightConnector1">
            <a:avLst/>
          </a:prstGeom>
          <a:ln w="12700">
            <a:solidFill>
              <a:srgbClr val="FFFFFF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직선 화살표 연결선 91"/>
          <p:cNvCxnSpPr/>
          <p:nvPr/>
        </p:nvCxnSpPr>
        <p:spPr>
          <a:xfrm>
            <a:off x="5207265" y="3688080"/>
            <a:ext cx="0" cy="358222"/>
          </a:xfrm>
          <a:prstGeom prst="straightConnector1">
            <a:avLst/>
          </a:prstGeom>
          <a:ln w="12700">
            <a:solidFill>
              <a:srgbClr val="FFFFFF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/>
          <p:cNvCxnSpPr/>
          <p:nvPr/>
        </p:nvCxnSpPr>
        <p:spPr>
          <a:xfrm>
            <a:off x="5202124" y="3688080"/>
            <a:ext cx="4621591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/>
          <p:cNvCxnSpPr/>
          <p:nvPr/>
        </p:nvCxnSpPr>
        <p:spPr>
          <a:xfrm>
            <a:off x="7486915" y="3688080"/>
            <a:ext cx="0" cy="358222"/>
          </a:xfrm>
          <a:prstGeom prst="straightConnector1">
            <a:avLst/>
          </a:prstGeom>
          <a:ln w="12700">
            <a:solidFill>
              <a:srgbClr val="FFFFFF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/>
          <p:cNvCxnSpPr/>
          <p:nvPr/>
        </p:nvCxnSpPr>
        <p:spPr>
          <a:xfrm>
            <a:off x="9823715" y="3688080"/>
            <a:ext cx="0" cy="537333"/>
          </a:xfrm>
          <a:prstGeom prst="straightConnector1">
            <a:avLst/>
          </a:prstGeom>
          <a:ln w="12700">
            <a:solidFill>
              <a:srgbClr val="FFFFFF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직선 화살표 연결선 99"/>
          <p:cNvCxnSpPr/>
          <p:nvPr/>
        </p:nvCxnSpPr>
        <p:spPr>
          <a:xfrm>
            <a:off x="6300511" y="3155967"/>
            <a:ext cx="0" cy="278906"/>
          </a:xfrm>
          <a:prstGeom prst="straightConnector1">
            <a:avLst/>
          </a:prstGeom>
          <a:ln w="12700">
            <a:solidFill>
              <a:srgbClr val="FFFFFF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/>
          <p:cNvCxnSpPr/>
          <p:nvPr/>
        </p:nvCxnSpPr>
        <p:spPr>
          <a:xfrm>
            <a:off x="8738911" y="3150747"/>
            <a:ext cx="0" cy="284126"/>
          </a:xfrm>
          <a:prstGeom prst="straightConnector1">
            <a:avLst/>
          </a:prstGeom>
          <a:ln w="12700">
            <a:solidFill>
              <a:srgbClr val="FFFFFF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/>
          <p:cNvCxnSpPr/>
          <p:nvPr/>
        </p:nvCxnSpPr>
        <p:spPr>
          <a:xfrm flipH="1">
            <a:off x="7050329" y="2171700"/>
            <a:ext cx="894324" cy="0"/>
          </a:xfrm>
          <a:prstGeom prst="straightConnector1">
            <a:avLst/>
          </a:prstGeom>
          <a:ln w="12700">
            <a:solidFill>
              <a:srgbClr val="FFFF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직선 화살표 연결선 113"/>
          <p:cNvCxnSpPr>
            <a:stCxn id="51" idx="1"/>
            <a:endCxn id="11" idx="3"/>
          </p:cNvCxnSpPr>
          <p:nvPr/>
        </p:nvCxnSpPr>
        <p:spPr>
          <a:xfrm flipH="1">
            <a:off x="1316296" y="1497617"/>
            <a:ext cx="677575" cy="0"/>
          </a:xfrm>
          <a:prstGeom prst="straightConnector1">
            <a:avLst/>
          </a:prstGeom>
          <a:ln w="12700">
            <a:solidFill>
              <a:srgbClr val="FFFFFF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52380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52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CEE79C-76D1-C4CD-B430-BBFAAE141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69B8EFA6-365E-2463-3312-CECD673258BF}"/>
              </a:ext>
            </a:extLst>
          </p:cNvPr>
          <p:cNvGraphicFramePr>
            <a:graphicFrameLocks noGrp="1"/>
          </p:cNvGraphicFramePr>
          <p:nvPr/>
        </p:nvGraphicFramePr>
        <p:xfrm>
          <a:off x="616347" y="1125975"/>
          <a:ext cx="10994465" cy="547849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5135">
                  <a:extLst>
                    <a:ext uri="{9D8B030D-6E8A-4147-A177-3AD203B41FA5}">
                      <a16:colId xmlns:a16="http://schemas.microsoft.com/office/drawing/2014/main" val="1760504680"/>
                    </a:ext>
                  </a:extLst>
                </a:gridCol>
                <a:gridCol w="1413879">
                  <a:extLst>
                    <a:ext uri="{9D8B030D-6E8A-4147-A177-3AD203B41FA5}">
                      <a16:colId xmlns:a16="http://schemas.microsoft.com/office/drawing/2014/main" val="3705991395"/>
                    </a:ext>
                  </a:extLst>
                </a:gridCol>
                <a:gridCol w="3198058">
                  <a:extLst>
                    <a:ext uri="{9D8B030D-6E8A-4147-A177-3AD203B41FA5}">
                      <a16:colId xmlns:a16="http://schemas.microsoft.com/office/drawing/2014/main" val="697435515"/>
                    </a:ext>
                  </a:extLst>
                </a:gridCol>
                <a:gridCol w="1817843">
                  <a:extLst>
                    <a:ext uri="{9D8B030D-6E8A-4147-A177-3AD203B41FA5}">
                      <a16:colId xmlns:a16="http://schemas.microsoft.com/office/drawing/2014/main" val="850404314"/>
                    </a:ext>
                  </a:extLst>
                </a:gridCol>
                <a:gridCol w="1824577">
                  <a:extLst>
                    <a:ext uri="{9D8B030D-6E8A-4147-A177-3AD203B41FA5}">
                      <a16:colId xmlns:a16="http://schemas.microsoft.com/office/drawing/2014/main" val="2355288905"/>
                    </a:ext>
                  </a:extLst>
                </a:gridCol>
                <a:gridCol w="1864973">
                  <a:extLst>
                    <a:ext uri="{9D8B030D-6E8A-4147-A177-3AD203B41FA5}">
                      <a16:colId xmlns:a16="http://schemas.microsoft.com/office/drawing/2014/main" val="295412163"/>
                    </a:ext>
                  </a:extLst>
                </a:gridCol>
              </a:tblGrid>
              <a:tr h="394872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5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구분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5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동작 타입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5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컨셉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5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선행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5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진행중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5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후행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7342522"/>
                  </a:ext>
                </a:extLst>
              </a:tr>
              <a:tr h="845773">
                <a:tc rowSpan="3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500" b="1" dirty="0" err="1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비전투</a:t>
                      </a:r>
                      <a:endParaRPr lang="ko-KR" altLang="en-US" sz="1500" b="1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500" b="1" dirty="0" err="1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괜찮은척</a:t>
                      </a:r>
                      <a:endParaRPr lang="ko-KR" altLang="en-US" sz="1500" b="1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고통을 숨기고 완벽한 친절을 연기하는 강박적 모션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거친 숨을 고르며 자세를 바로잡음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입꼬리를 억지로 올리며 미소를 지음</a:t>
                      </a:r>
                      <a:endParaRPr lang="ko-KR" altLang="en-US" sz="100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떨리는 손을 뒤로 숨기며 시선을 피함</a:t>
                      </a:r>
                      <a:endParaRPr lang="ko-KR" altLang="en-US" sz="100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1798336"/>
                  </a:ext>
                </a:extLst>
              </a:tr>
              <a:tr h="845773">
                <a:tc v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500" b="1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5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비켜주기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타인을 위해 자신을 낮추는 배려 동작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다수의 </a:t>
                      </a:r>
                      <a:r>
                        <a:rPr lang="en-US" altLang="ko-KR" sz="1000" dirty="0">
                          <a:solidFill>
                            <a:srgbClr val="F8F9FA"/>
                          </a:solidFill>
                        </a:rPr>
                        <a:t>NPC</a:t>
                      </a: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가 다가올 때 길을 터줌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고개를 숙여 양보하며 길을 </a:t>
                      </a:r>
                      <a:r>
                        <a:rPr lang="ko-KR" altLang="en-US" sz="1000" dirty="0" err="1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열어둠</a:t>
                      </a:r>
                      <a:endParaRPr lang="ko-KR" altLang="en-US" sz="100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en-US" altLang="ko-KR" sz="100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NPC</a:t>
                      </a:r>
                      <a:r>
                        <a:rPr lang="ko-KR" altLang="en-US" sz="100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가 지나간 후 조용히 제자리로 복귀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7537317"/>
                  </a:ext>
                </a:extLst>
              </a:tr>
              <a:tr h="845773">
                <a:tc v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500" b="1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5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탈진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자아 마모도가 높아져 한계에 다다른 상태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몸이 무거워지며 어깨가 크게 처짐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발을 질질 끌며 이동 속도가 매우 느려짐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가끔 멈춰 서서 가슴을 부여잡고 통증을 느낌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9948897"/>
                  </a:ext>
                </a:extLst>
              </a:tr>
              <a:tr h="845773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5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전투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5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위령의 포옹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적이 된 옛 친구에게 안식을 주는 비극적 연출</a:t>
                      </a:r>
                      <a:endParaRPr lang="ko-KR" altLang="en-US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괴로운 표정으로 타겟에게 접근</a:t>
                      </a:r>
                      <a:endParaRPr lang="ko-KR" altLang="en-US" sz="100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죽어가는 몬스터를 따뜻하게 </a:t>
                      </a:r>
                      <a:r>
                        <a:rPr lang="ko-KR" altLang="en-US" sz="1000" dirty="0" err="1">
                          <a:solidFill>
                            <a:srgbClr val="F8F9FA"/>
                          </a:solidFill>
                        </a:rPr>
                        <a:t>안아줌</a:t>
                      </a:r>
                      <a:endParaRPr lang="ko-KR" altLang="en-US" sz="100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소멸한 자리에 머물다 서서히 </a:t>
                      </a:r>
                      <a:r>
                        <a:rPr lang="ko-KR" altLang="en-US" sz="1000" dirty="0" err="1">
                          <a:solidFill>
                            <a:srgbClr val="F8F9FA"/>
                          </a:solidFill>
                        </a:rPr>
                        <a:t>일어남</a:t>
                      </a:r>
                      <a:endParaRPr lang="ko-KR" altLang="en-US" sz="100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3252163"/>
                  </a:ext>
                </a:extLst>
              </a:tr>
              <a:tr h="845773">
                <a:tc rowSpan="2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5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스킬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5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기억 재판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과거의 기억을 환영으로 구현해 공간을 분할함</a:t>
                      </a:r>
                      <a:endParaRPr lang="ko-KR" altLang="en-US" sz="100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ko-KR" altLang="en-US" sz="1000" dirty="0" err="1">
                          <a:solidFill>
                            <a:srgbClr val="F8F9FA"/>
                          </a:solidFill>
                        </a:rPr>
                        <a:t>비눗방울을</a:t>
                      </a: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 불어 공간의 환영 생성</a:t>
                      </a:r>
                      <a:endParaRPr lang="ko-KR" altLang="en-US" sz="100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전장 분할 후 작은 방울들을 터뜨림</a:t>
                      </a:r>
                      <a:endParaRPr lang="ko-KR" altLang="en-US" sz="100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방울을 손바닥으로 내려쳐 파괴하며 종료</a:t>
                      </a:r>
                      <a:endParaRPr lang="ko-KR" altLang="en-US" sz="100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4248931"/>
                  </a:ext>
                </a:extLst>
              </a:tr>
              <a:tr h="845773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5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망각의 증식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자장가로 타인을 현실로부터 도피시키는 주술</a:t>
                      </a:r>
                      <a:endParaRPr lang="ko-KR" altLang="en-US" sz="100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ko-KR" altLang="en-US" sz="1000" dirty="0" err="1">
                          <a:solidFill>
                            <a:srgbClr val="F8F9FA"/>
                          </a:solidFill>
                        </a:rPr>
                        <a:t>수면잠옷</a:t>
                      </a: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 </a:t>
                      </a:r>
                      <a:r>
                        <a:rPr lang="ko-KR" altLang="en-US" sz="1000" dirty="0" err="1">
                          <a:solidFill>
                            <a:srgbClr val="F8F9FA"/>
                          </a:solidFill>
                        </a:rPr>
                        <a:t>환복</a:t>
                      </a: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 후 요정봉으로 자장가 연주</a:t>
                      </a:r>
                      <a:endParaRPr lang="ko-KR" altLang="en-US" sz="100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수면 상태의 </a:t>
                      </a:r>
                      <a:r>
                        <a:rPr lang="en-US" altLang="ko-KR" sz="1000" dirty="0">
                          <a:solidFill>
                            <a:srgbClr val="F8F9FA"/>
                          </a:solidFill>
                        </a:rPr>
                        <a:t>NPC</a:t>
                      </a: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에게 주술을 거는 동작</a:t>
                      </a:r>
                      <a:endParaRPr lang="ko-KR" altLang="en-US" sz="100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대상 변이 확인 후 잠옷과 도구 정리</a:t>
                      </a:r>
                      <a:endParaRPr lang="ko-KR" altLang="en-US" sz="100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8583329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2E7D5241-6F8B-F7D6-1361-183A06DF94DF}"/>
              </a:ext>
            </a:extLst>
          </p:cNvPr>
          <p:cNvSpPr txBox="1"/>
          <p:nvPr/>
        </p:nvSpPr>
        <p:spPr>
          <a:xfrm>
            <a:off x="616347" y="369518"/>
            <a:ext cx="10993273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000" dirty="0">
                <a:solidFill>
                  <a:srgbClr val="BF5428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주인공</a:t>
            </a:r>
            <a:r>
              <a:rPr lang="en-US" altLang="ko-KR" sz="3000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ko-KR" altLang="en-US" sz="3000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애니메이션 리스트 </a:t>
            </a:r>
            <a:r>
              <a:rPr lang="en-US" altLang="ko-KR" sz="3000" dirty="0">
                <a:solidFill>
                  <a:srgbClr val="00B050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=&gt; </a:t>
            </a:r>
            <a:r>
              <a:rPr lang="ko-KR" altLang="en-US" sz="3000" dirty="0">
                <a:solidFill>
                  <a:srgbClr val="00B050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스킬 명</a:t>
            </a:r>
            <a:r>
              <a:rPr lang="en-US" altLang="ko-KR" sz="3000" dirty="0">
                <a:solidFill>
                  <a:srgbClr val="00B050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 </a:t>
            </a:r>
            <a:r>
              <a:rPr lang="ko-KR" altLang="en-US" sz="3000" dirty="0">
                <a:solidFill>
                  <a:srgbClr val="00B050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세부 사항 약간 수정 필요</a:t>
            </a:r>
            <a:endParaRPr lang="ko-KR" altLang="en-US" sz="3000" dirty="0">
              <a:solidFill>
                <a:srgbClr val="F8F9FA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4059187A-CBA0-5B9A-F673-311272A05F76}"/>
              </a:ext>
            </a:extLst>
          </p:cNvPr>
          <p:cNvCxnSpPr>
            <a:cxnSpLocks/>
          </p:cNvCxnSpPr>
          <p:nvPr/>
        </p:nvCxnSpPr>
        <p:spPr>
          <a:xfrm>
            <a:off x="616347" y="1617581"/>
            <a:ext cx="10994464" cy="0"/>
          </a:xfrm>
          <a:prstGeom prst="line">
            <a:avLst/>
          </a:prstGeom>
          <a:ln w="25400">
            <a:solidFill>
              <a:srgbClr val="BF542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072FFEE0-C813-A99D-E163-B282DB0A5663}"/>
              </a:ext>
            </a:extLst>
          </p:cNvPr>
          <p:cNvCxnSpPr>
            <a:cxnSpLocks/>
          </p:cNvCxnSpPr>
          <p:nvPr/>
        </p:nvCxnSpPr>
        <p:spPr>
          <a:xfrm>
            <a:off x="1501775" y="2374039"/>
            <a:ext cx="10109036" cy="0"/>
          </a:xfrm>
          <a:prstGeom prst="line">
            <a:avLst/>
          </a:prstGeom>
          <a:ln w="635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53D65DBD-A305-1E5B-2769-EDE7DE6ED557}"/>
              </a:ext>
            </a:extLst>
          </p:cNvPr>
          <p:cNvCxnSpPr>
            <a:cxnSpLocks/>
          </p:cNvCxnSpPr>
          <p:nvPr/>
        </p:nvCxnSpPr>
        <p:spPr>
          <a:xfrm>
            <a:off x="1491853" y="3221479"/>
            <a:ext cx="10118958" cy="0"/>
          </a:xfrm>
          <a:prstGeom prst="line">
            <a:avLst/>
          </a:prstGeom>
          <a:ln w="635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9F016C68-32CA-CFDD-8943-8986D68D7D24}"/>
              </a:ext>
            </a:extLst>
          </p:cNvPr>
          <p:cNvCxnSpPr>
            <a:cxnSpLocks/>
          </p:cNvCxnSpPr>
          <p:nvPr/>
        </p:nvCxnSpPr>
        <p:spPr>
          <a:xfrm>
            <a:off x="616347" y="4912304"/>
            <a:ext cx="10994464" cy="0"/>
          </a:xfrm>
          <a:prstGeom prst="line">
            <a:avLst/>
          </a:prstGeom>
          <a:ln w="635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39A4A24E-8648-AB02-F119-0A46B196D3EF}"/>
              </a:ext>
            </a:extLst>
          </p:cNvPr>
          <p:cNvCxnSpPr>
            <a:cxnSpLocks/>
          </p:cNvCxnSpPr>
          <p:nvPr/>
        </p:nvCxnSpPr>
        <p:spPr>
          <a:xfrm>
            <a:off x="616347" y="4067754"/>
            <a:ext cx="10994464" cy="0"/>
          </a:xfrm>
          <a:prstGeom prst="line">
            <a:avLst/>
          </a:prstGeom>
          <a:ln w="635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7B81486F-50FF-3C7C-C596-0474ECBA32FB}"/>
              </a:ext>
            </a:extLst>
          </p:cNvPr>
          <p:cNvCxnSpPr>
            <a:cxnSpLocks/>
          </p:cNvCxnSpPr>
          <p:nvPr/>
        </p:nvCxnSpPr>
        <p:spPr>
          <a:xfrm>
            <a:off x="1500584" y="5757510"/>
            <a:ext cx="10109036" cy="0"/>
          </a:xfrm>
          <a:prstGeom prst="line">
            <a:avLst/>
          </a:prstGeom>
          <a:ln w="635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FE3012C7-A68A-E93A-19F5-D0D30F9ED367}"/>
              </a:ext>
            </a:extLst>
          </p:cNvPr>
          <p:cNvCxnSpPr>
            <a:cxnSpLocks/>
          </p:cNvCxnSpPr>
          <p:nvPr/>
        </p:nvCxnSpPr>
        <p:spPr>
          <a:xfrm>
            <a:off x="616347" y="6603864"/>
            <a:ext cx="10994464" cy="0"/>
          </a:xfrm>
          <a:prstGeom prst="line">
            <a:avLst/>
          </a:prstGeom>
          <a:ln w="635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90061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52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899110-CC72-0AE1-2B8A-5DFED15B98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BA1DCAEA-82C6-EC3A-C921-641A3513F6AA}"/>
              </a:ext>
            </a:extLst>
          </p:cNvPr>
          <p:cNvGraphicFramePr>
            <a:graphicFrameLocks noGrp="1"/>
          </p:cNvGraphicFramePr>
          <p:nvPr/>
        </p:nvGraphicFramePr>
        <p:xfrm>
          <a:off x="616346" y="1125975"/>
          <a:ext cx="10993274" cy="546951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17721">
                  <a:extLst>
                    <a:ext uri="{9D8B030D-6E8A-4147-A177-3AD203B41FA5}">
                      <a16:colId xmlns:a16="http://schemas.microsoft.com/office/drawing/2014/main" val="1760504680"/>
                    </a:ext>
                  </a:extLst>
                </a:gridCol>
                <a:gridCol w="2404104">
                  <a:extLst>
                    <a:ext uri="{9D8B030D-6E8A-4147-A177-3AD203B41FA5}">
                      <a16:colId xmlns:a16="http://schemas.microsoft.com/office/drawing/2014/main" val="3705991395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382224707"/>
                    </a:ext>
                  </a:extLst>
                </a:gridCol>
                <a:gridCol w="1509486">
                  <a:extLst>
                    <a:ext uri="{9D8B030D-6E8A-4147-A177-3AD203B41FA5}">
                      <a16:colId xmlns:a16="http://schemas.microsoft.com/office/drawing/2014/main" val="89865077"/>
                    </a:ext>
                  </a:extLst>
                </a:gridCol>
                <a:gridCol w="1422400">
                  <a:extLst>
                    <a:ext uri="{9D8B030D-6E8A-4147-A177-3AD203B41FA5}">
                      <a16:colId xmlns:a16="http://schemas.microsoft.com/office/drawing/2014/main" val="2457932106"/>
                    </a:ext>
                  </a:extLst>
                </a:gridCol>
                <a:gridCol w="1596572">
                  <a:extLst>
                    <a:ext uri="{9D8B030D-6E8A-4147-A177-3AD203B41FA5}">
                      <a16:colId xmlns:a16="http://schemas.microsoft.com/office/drawing/2014/main" val="697435515"/>
                    </a:ext>
                  </a:extLst>
                </a:gridCol>
                <a:gridCol w="1471391">
                  <a:extLst>
                    <a:ext uri="{9D8B030D-6E8A-4147-A177-3AD203B41FA5}">
                      <a16:colId xmlns:a16="http://schemas.microsoft.com/office/drawing/2014/main" val="2511473805"/>
                    </a:ext>
                  </a:extLst>
                </a:gridCol>
              </a:tblGrid>
              <a:tr h="394872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동작 타입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컨셉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준비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진행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1</a:t>
                      </a:r>
                      <a:endParaRPr lang="ko-KR" altLang="en-US" sz="1000" b="1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진행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2</a:t>
                      </a:r>
                      <a:endParaRPr lang="ko-KR" altLang="en-US" sz="1000" b="1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완료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회수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7342522"/>
                  </a:ext>
                </a:extLst>
              </a:tr>
              <a:tr h="845773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기본 공격 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1</a:t>
                      </a:r>
                      <a:endParaRPr lang="ko-KR" altLang="en-US" sz="1000" b="1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원거리에서 구체를 날려 주인공의 심리를 위축시키는 </a:t>
                      </a:r>
                      <a:r>
                        <a:rPr lang="ko-KR" altLang="en-US" sz="1000" dirty="0" err="1">
                          <a:solidFill>
                            <a:srgbClr val="F8F9FA"/>
                          </a:solidFill>
                        </a:rPr>
                        <a:t>견제기</a:t>
                      </a:r>
                      <a:endParaRPr lang="ko-KR" altLang="en-US" sz="1000" dirty="0">
                        <a:solidFill>
                          <a:srgbClr val="F8F9FA"/>
                        </a:solidFill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공격 방향 예고 </a:t>
                      </a:r>
                      <a:r>
                        <a:rPr lang="en-US" altLang="ko-KR" sz="1000" dirty="0">
                          <a:solidFill>
                            <a:srgbClr val="F8F9FA"/>
                          </a:solidFill>
                        </a:rPr>
                        <a:t>(</a:t>
                      </a: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전조 알림</a:t>
                      </a:r>
                      <a:r>
                        <a:rPr lang="en-US" altLang="ko-KR" sz="1000" dirty="0">
                          <a:solidFill>
                            <a:srgbClr val="F8F9FA"/>
                          </a:solidFill>
                        </a:rPr>
                        <a:t>)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구체 생성 및 발사 </a:t>
                      </a:r>
                      <a:r>
                        <a:rPr lang="en-US" altLang="ko-KR" sz="1000" dirty="0">
                          <a:solidFill>
                            <a:srgbClr val="F8F9FA"/>
                          </a:solidFill>
                        </a:rPr>
                        <a:t>(</a:t>
                      </a: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무효화 가능</a:t>
                      </a:r>
                      <a:r>
                        <a:rPr lang="en-US" altLang="ko-KR" sz="1000" dirty="0">
                          <a:solidFill>
                            <a:srgbClr val="F8F9FA"/>
                          </a:solidFill>
                        </a:rPr>
                        <a:t>)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구체 가속 및 타격 </a:t>
                      </a:r>
                      <a:r>
                        <a:rPr lang="en-US" altLang="ko-KR" sz="1000" dirty="0">
                          <a:solidFill>
                            <a:srgbClr val="F8F9FA"/>
                          </a:solidFill>
                        </a:rPr>
                        <a:t>(</a:t>
                      </a: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무효화 불가</a:t>
                      </a:r>
                      <a:r>
                        <a:rPr lang="en-US" altLang="ko-KR" sz="1000" dirty="0">
                          <a:solidFill>
                            <a:srgbClr val="F8F9FA"/>
                          </a:solidFill>
                        </a:rPr>
                        <a:t>)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타격 성공</a:t>
                      </a:r>
                      <a:r>
                        <a:rPr lang="en-US" altLang="ko-KR" sz="1000" dirty="0">
                          <a:solidFill>
                            <a:srgbClr val="F8F9FA"/>
                          </a:solidFill>
                        </a:rPr>
                        <a:t>/</a:t>
                      </a: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소멸 </a:t>
                      </a:r>
                      <a:r>
                        <a:rPr lang="en-US" altLang="ko-KR" sz="1000" dirty="0">
                          <a:solidFill>
                            <a:srgbClr val="F8F9FA"/>
                          </a:solidFill>
                        </a:rPr>
                        <a:t>(</a:t>
                      </a: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공격 찬스</a:t>
                      </a:r>
                      <a:r>
                        <a:rPr lang="en-US" altLang="ko-KR" sz="1000" dirty="0">
                          <a:solidFill>
                            <a:srgbClr val="F8F9FA"/>
                          </a:solidFill>
                        </a:rPr>
                        <a:t>)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전투 대기 모션으로 복귀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1798336"/>
                  </a:ext>
                </a:extLst>
              </a:tr>
              <a:tr h="845773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기본 공격 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2</a:t>
                      </a:r>
                      <a:endParaRPr lang="ko-KR" altLang="en-US" sz="1000" b="1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다가오는 주인공을 매정하게 밀쳐내 거리를 벌림</a:t>
                      </a:r>
                      <a:endParaRPr lang="ko-KR" altLang="en-US" sz="1000" b="1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왼손을 뒤로 크게 뺌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손바닥에 어두운 기운이 서림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왼손으로 적을 강하게 </a:t>
                      </a:r>
                      <a:r>
                        <a:rPr lang="ko-KR" altLang="en-US" sz="1000" dirty="0" err="1">
                          <a:solidFill>
                            <a:srgbClr val="F8F9FA"/>
                          </a:solidFill>
                        </a:rPr>
                        <a:t>밀쳐냄</a:t>
                      </a:r>
                      <a:endParaRPr lang="ko-KR" altLang="en-US" sz="1000" dirty="0">
                        <a:solidFill>
                          <a:srgbClr val="F8F9FA"/>
                        </a:solidFill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적이 밀려나며 공격 판정 종료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무게중심 이동 및 자세 유지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7537317"/>
                  </a:ext>
                </a:extLst>
              </a:tr>
              <a:tr h="845773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스킬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지면을 내려쳐 주인공이 발붙일 곳을 없애는 광범위 공격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양손을 머리 위로 높게 들어 올림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에너지를 응집 </a:t>
                      </a:r>
                      <a:r>
                        <a:rPr lang="en-US" altLang="ko-KR" sz="1000" dirty="0">
                          <a:solidFill>
                            <a:srgbClr val="F8F9FA"/>
                          </a:solidFill>
                        </a:rPr>
                        <a:t>(</a:t>
                      </a: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손에 이펙트 집중</a:t>
                      </a:r>
                      <a:r>
                        <a:rPr lang="en-US" altLang="ko-KR" sz="1000" dirty="0">
                          <a:solidFill>
                            <a:srgbClr val="F8F9FA"/>
                          </a:solidFill>
                        </a:rPr>
                        <a:t>)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지면을 강하게 내려쳐 충격파 발생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지면 먼지 효과 및 타격 종료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손을 크게 </a:t>
                      </a:r>
                      <a:r>
                        <a:rPr lang="ko-KR" altLang="en-US" sz="1000" dirty="0" err="1">
                          <a:solidFill>
                            <a:srgbClr val="F8F9FA"/>
                          </a:solidFill>
                        </a:rPr>
                        <a:t>휘저으며</a:t>
                      </a: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 자세 가다듬음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9948897"/>
                  </a:ext>
                </a:extLst>
              </a:tr>
              <a:tr h="845773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연출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임계점을 넘어 내면의 어두운 </a:t>
                      </a:r>
                      <a:r>
                        <a:rPr lang="ko-KR" altLang="en-US" sz="1000" dirty="0" err="1">
                          <a:solidFill>
                            <a:srgbClr val="F8F9FA"/>
                          </a:solidFill>
                        </a:rPr>
                        <a:t>본습이</a:t>
                      </a: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 완전히 드러나는 연출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머리를 붙잡고 고개를 깊게 숙임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>
                          <a:solidFill>
                            <a:srgbClr val="F8F9FA"/>
                          </a:solidFill>
                        </a:rPr>
                        <a:t>신음하며 몸이 공중으로 떠오름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이마가 갈라지며 세 번째 눈 개안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>
                          <a:solidFill>
                            <a:srgbClr val="F8F9FA"/>
                          </a:solidFill>
                        </a:rPr>
                        <a:t>강력한 파동과 함께 변신 완료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새로운 위압적 대기 포즈 취함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3252163"/>
                  </a:ext>
                </a:extLst>
              </a:tr>
              <a:tr h="845773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도발</a:t>
                      </a:r>
                      <a:endParaRPr lang="en-US" altLang="ko-KR" sz="1000" b="1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dirty="0">
                          <a:solidFill>
                            <a:srgbClr val="F8F9FA"/>
                          </a:solidFill>
                        </a:rPr>
                        <a:t>(</a:t>
                      </a: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기존</a:t>
                      </a:r>
                      <a:r>
                        <a:rPr lang="en-US" altLang="ko-KR" sz="1000" dirty="0">
                          <a:solidFill>
                            <a:srgbClr val="F8F9FA"/>
                          </a:solidFill>
                        </a:rPr>
                        <a:t>: </a:t>
                      </a: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도발</a:t>
                      </a:r>
                      <a:r>
                        <a:rPr lang="en-US" altLang="ko-KR" sz="1000" dirty="0">
                          <a:solidFill>
                            <a:srgbClr val="F8F9FA"/>
                          </a:solidFill>
                        </a:rPr>
                        <a:t>) </a:t>
                      </a: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주인공의 발버둥을 가소롭다는 듯 가련하게 여기는 행동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>
                          <a:solidFill>
                            <a:srgbClr val="F8F9FA"/>
                          </a:solidFill>
                        </a:rPr>
                        <a:t>기본 대기 모션에서 전환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플레이어를 향해 가소롭다는 손짓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어깨를 들썩이며 비웃는 연출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짧은 무적 판정과 함께 연출 종료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전투 대기 상태로 전환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4248931"/>
                  </a:ext>
                </a:extLst>
              </a:tr>
              <a:tr h="845773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승리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dirty="0">
                          <a:solidFill>
                            <a:srgbClr val="F8F9FA"/>
                          </a:solidFill>
                          <a:effectLst/>
                          <a:latin typeface="Google Sans Text"/>
                        </a:rPr>
                        <a:t>(</a:t>
                      </a:r>
                      <a:r>
                        <a:rPr lang="ko-KR" altLang="en-US" sz="1000" dirty="0">
                          <a:solidFill>
                            <a:srgbClr val="F8F9FA"/>
                          </a:solidFill>
                          <a:effectLst/>
                          <a:latin typeface="Google Sans Text"/>
                        </a:rPr>
                        <a:t>기존</a:t>
                      </a:r>
                      <a:r>
                        <a:rPr lang="en-US" altLang="ko-KR" sz="1000" dirty="0">
                          <a:solidFill>
                            <a:srgbClr val="F8F9FA"/>
                          </a:solidFill>
                          <a:effectLst/>
                          <a:latin typeface="Google Sans Text"/>
                        </a:rPr>
                        <a:t>: </a:t>
                      </a:r>
                      <a:r>
                        <a:rPr lang="ko-KR" altLang="en-US" sz="1000" dirty="0">
                          <a:solidFill>
                            <a:srgbClr val="F8F9FA"/>
                          </a:solidFill>
                          <a:effectLst/>
                          <a:latin typeface="Google Sans Text"/>
                        </a:rPr>
                        <a:t>자아도취</a:t>
                      </a:r>
                      <a:r>
                        <a:rPr lang="en-US" altLang="ko-KR" sz="1000" dirty="0">
                          <a:solidFill>
                            <a:srgbClr val="F8F9FA"/>
                          </a:solidFill>
                          <a:effectLst/>
                          <a:latin typeface="Google Sans Text"/>
                        </a:rPr>
                        <a:t>) </a:t>
                      </a:r>
                      <a:r>
                        <a:rPr lang="ko-KR" altLang="en-US" sz="1000" dirty="0">
                          <a:solidFill>
                            <a:srgbClr val="F8F9FA"/>
                          </a:solidFill>
                          <a:effectLst/>
                          <a:latin typeface="Google Sans Text"/>
                        </a:rPr>
                        <a:t>주인공을 완전히 무너뜨린 후 느끼는 광기 어린 기쁨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>
                          <a:solidFill>
                            <a:srgbClr val="F8F9FA"/>
                          </a:solidFill>
                          <a:effectLst/>
                          <a:latin typeface="Google Sans Text"/>
                        </a:rPr>
                        <a:t>모든 플레이어 사망 확인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>
                          <a:solidFill>
                            <a:srgbClr val="F8F9FA"/>
                          </a:solidFill>
                          <a:effectLst/>
                          <a:latin typeface="Google Sans Text"/>
                        </a:rPr>
                        <a:t>자신의 손을 보며 힘의 강함에 취함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>
                          <a:solidFill>
                            <a:srgbClr val="F8F9FA"/>
                          </a:solidFill>
                          <a:effectLst/>
                          <a:latin typeface="Google Sans Text"/>
                        </a:rPr>
                        <a:t>화면 전체에 어두운 아우라 방출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>
                          <a:solidFill>
                            <a:srgbClr val="F8F9FA"/>
                          </a:solidFill>
                          <a:effectLst/>
                          <a:latin typeface="Google Sans Text"/>
                        </a:rPr>
                        <a:t>오만한 포즈로 승리 고정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  <a:effectLst/>
                          <a:latin typeface="Google Sans Text"/>
                        </a:rPr>
                        <a:t>연출 종료 시까지 모션 유지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8583329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26DF59BD-CD30-E5D7-4023-F8C2CEFD13E8}"/>
              </a:ext>
            </a:extLst>
          </p:cNvPr>
          <p:cNvSpPr txBox="1"/>
          <p:nvPr/>
        </p:nvSpPr>
        <p:spPr>
          <a:xfrm>
            <a:off x="616347" y="369518"/>
            <a:ext cx="10806396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000" dirty="0">
                <a:solidFill>
                  <a:srgbClr val="BF5428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보스</a:t>
            </a:r>
            <a:r>
              <a:rPr lang="en-US" altLang="ko-KR" sz="3000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ko-KR" altLang="en-US" sz="3000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애니메이션 리스트 </a:t>
            </a:r>
            <a:r>
              <a:rPr lang="en-US" altLang="ko-KR" sz="3000" dirty="0">
                <a:solidFill>
                  <a:srgbClr val="00B050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=&gt; </a:t>
            </a:r>
            <a:r>
              <a:rPr lang="ko-KR" altLang="en-US" sz="3000" dirty="0">
                <a:solidFill>
                  <a:srgbClr val="00B050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보스 컨셉 바꿔서 수정 필요</a:t>
            </a:r>
          </a:p>
        </p:txBody>
      </p: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733BEFE1-EDFA-07B1-9CD5-569E33B83E47}"/>
              </a:ext>
            </a:extLst>
          </p:cNvPr>
          <p:cNvCxnSpPr>
            <a:cxnSpLocks/>
          </p:cNvCxnSpPr>
          <p:nvPr/>
        </p:nvCxnSpPr>
        <p:spPr>
          <a:xfrm>
            <a:off x="616347" y="1617581"/>
            <a:ext cx="10994464" cy="0"/>
          </a:xfrm>
          <a:prstGeom prst="line">
            <a:avLst/>
          </a:prstGeom>
          <a:ln w="25400">
            <a:solidFill>
              <a:srgbClr val="BF542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672A0350-934E-A9B7-631E-FFBECFCCAF82}"/>
              </a:ext>
            </a:extLst>
          </p:cNvPr>
          <p:cNvCxnSpPr>
            <a:cxnSpLocks/>
          </p:cNvCxnSpPr>
          <p:nvPr/>
        </p:nvCxnSpPr>
        <p:spPr>
          <a:xfrm>
            <a:off x="616346" y="2366893"/>
            <a:ext cx="10994465" cy="0"/>
          </a:xfrm>
          <a:prstGeom prst="line">
            <a:avLst/>
          </a:prstGeom>
          <a:ln w="635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69BCC6CA-A502-63DE-0A92-83833E662231}"/>
              </a:ext>
            </a:extLst>
          </p:cNvPr>
          <p:cNvCxnSpPr>
            <a:cxnSpLocks/>
          </p:cNvCxnSpPr>
          <p:nvPr/>
        </p:nvCxnSpPr>
        <p:spPr>
          <a:xfrm>
            <a:off x="616346" y="3213142"/>
            <a:ext cx="10994465" cy="0"/>
          </a:xfrm>
          <a:prstGeom prst="line">
            <a:avLst/>
          </a:prstGeom>
          <a:ln w="635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A10FFEA4-DFB0-C6B8-2D07-84D9DD2221C3}"/>
              </a:ext>
            </a:extLst>
          </p:cNvPr>
          <p:cNvCxnSpPr>
            <a:cxnSpLocks/>
          </p:cNvCxnSpPr>
          <p:nvPr/>
        </p:nvCxnSpPr>
        <p:spPr>
          <a:xfrm>
            <a:off x="616347" y="4903967"/>
            <a:ext cx="10994464" cy="0"/>
          </a:xfrm>
          <a:prstGeom prst="line">
            <a:avLst/>
          </a:prstGeom>
          <a:ln w="635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61AFC349-4F76-4C43-0FB9-E0686511B751}"/>
              </a:ext>
            </a:extLst>
          </p:cNvPr>
          <p:cNvCxnSpPr>
            <a:cxnSpLocks/>
          </p:cNvCxnSpPr>
          <p:nvPr/>
        </p:nvCxnSpPr>
        <p:spPr>
          <a:xfrm>
            <a:off x="616347" y="4057036"/>
            <a:ext cx="10994464" cy="0"/>
          </a:xfrm>
          <a:prstGeom prst="line">
            <a:avLst/>
          </a:prstGeom>
          <a:ln w="635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8233AAB3-7D6F-0423-1A26-F07123AB1B31}"/>
              </a:ext>
            </a:extLst>
          </p:cNvPr>
          <p:cNvCxnSpPr>
            <a:cxnSpLocks/>
          </p:cNvCxnSpPr>
          <p:nvPr/>
        </p:nvCxnSpPr>
        <p:spPr>
          <a:xfrm>
            <a:off x="616346" y="5749173"/>
            <a:ext cx="10993274" cy="0"/>
          </a:xfrm>
          <a:prstGeom prst="line">
            <a:avLst/>
          </a:prstGeom>
          <a:ln w="635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34B702C2-085D-DD28-1F7E-06A4DBD1C951}"/>
              </a:ext>
            </a:extLst>
          </p:cNvPr>
          <p:cNvCxnSpPr>
            <a:cxnSpLocks/>
          </p:cNvCxnSpPr>
          <p:nvPr/>
        </p:nvCxnSpPr>
        <p:spPr>
          <a:xfrm>
            <a:off x="616347" y="6595527"/>
            <a:ext cx="10994464" cy="0"/>
          </a:xfrm>
          <a:prstGeom prst="line">
            <a:avLst/>
          </a:prstGeom>
          <a:ln w="635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59219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899110-CC72-0AE1-2B8A-5DFED15B98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26DF59BD-CD30-E5D7-4023-F8C2CEFD13E8}"/>
              </a:ext>
            </a:extLst>
          </p:cNvPr>
          <p:cNvSpPr txBox="1"/>
          <p:nvPr/>
        </p:nvSpPr>
        <p:spPr>
          <a:xfrm>
            <a:off x="950175" y="659804"/>
            <a:ext cx="10806396" cy="51706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000" dirty="0">
                <a:solidFill>
                  <a:srgbClr val="22252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보스 컨셉 구체화</a:t>
            </a:r>
            <a:endParaRPr lang="en-US" altLang="ko-KR" sz="3000" dirty="0">
              <a:solidFill>
                <a:srgbClr val="222529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endParaRPr lang="en-US" altLang="ko-KR" sz="3000" dirty="0">
              <a:solidFill>
                <a:srgbClr val="222529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r>
              <a:rPr lang="ko-KR" altLang="en-US" sz="3000" dirty="0">
                <a:solidFill>
                  <a:srgbClr val="22252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컨셉에 맞게 스킬 만들기</a:t>
            </a:r>
            <a:endParaRPr lang="en-US" altLang="ko-KR" sz="3000" dirty="0">
              <a:solidFill>
                <a:srgbClr val="222529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endParaRPr lang="en-US" altLang="ko-KR" sz="3000" dirty="0">
              <a:solidFill>
                <a:srgbClr val="222529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r>
              <a:rPr lang="ko-KR" altLang="en-US" sz="3000" dirty="0">
                <a:solidFill>
                  <a:srgbClr val="22252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잘 어울리는 지 확인</a:t>
            </a:r>
            <a:endParaRPr lang="en-US" altLang="ko-KR" sz="3000" dirty="0">
              <a:solidFill>
                <a:srgbClr val="222529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endParaRPr lang="en-US" altLang="ko-KR" sz="3000" dirty="0">
              <a:solidFill>
                <a:srgbClr val="222529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r>
              <a:rPr lang="ko-KR" altLang="en-US" sz="3000" dirty="0">
                <a:solidFill>
                  <a:srgbClr val="22252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임팩트 있게 수정</a:t>
            </a:r>
            <a:endParaRPr lang="en-US" altLang="ko-KR" sz="3000" dirty="0">
              <a:solidFill>
                <a:srgbClr val="222529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endParaRPr lang="en-US" altLang="ko-KR" sz="3000" dirty="0">
              <a:solidFill>
                <a:srgbClr val="222529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r>
              <a:rPr lang="ko-KR" altLang="en-US" sz="3000" dirty="0">
                <a:solidFill>
                  <a:srgbClr val="22252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실제 게임 화면 생각해보기</a:t>
            </a:r>
            <a:endParaRPr lang="en-US" altLang="ko-KR" sz="3000" dirty="0">
              <a:solidFill>
                <a:srgbClr val="222529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endParaRPr lang="en-US" altLang="ko-KR" sz="3000" dirty="0">
              <a:solidFill>
                <a:srgbClr val="222529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r>
              <a:rPr lang="ko-KR" altLang="en-US" sz="3000" dirty="0" err="1">
                <a:solidFill>
                  <a:srgbClr val="22252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쯔꾸르에서</a:t>
            </a:r>
            <a:r>
              <a:rPr lang="ko-KR" altLang="en-US" sz="3000" dirty="0">
                <a:solidFill>
                  <a:srgbClr val="22252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장르 변경 고민하기</a:t>
            </a:r>
          </a:p>
        </p:txBody>
      </p:sp>
    </p:spTree>
    <p:extLst>
      <p:ext uri="{BB962C8B-B14F-4D97-AF65-F5344CB8AC3E}">
        <p14:creationId xmlns:p14="http://schemas.microsoft.com/office/powerpoint/2010/main" val="8003295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7186" y="441785"/>
            <a:ext cx="9517628" cy="5974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20225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52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076F08D-BED7-EFA4-9D4E-39FE2830D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직사각형 68">
            <a:extLst>
              <a:ext uri="{FF2B5EF4-FFF2-40B4-BE49-F238E27FC236}">
                <a16:creationId xmlns:a16="http://schemas.microsoft.com/office/drawing/2014/main" id="{A0FB0078-3B22-49B1-1E83-DCE99298BBB1}"/>
              </a:ext>
            </a:extLst>
          </p:cNvPr>
          <p:cNvSpPr/>
          <p:nvPr/>
        </p:nvSpPr>
        <p:spPr>
          <a:xfrm>
            <a:off x="1129956" y="1582078"/>
            <a:ext cx="1541146" cy="1135713"/>
          </a:xfrm>
          <a:prstGeom prst="rect">
            <a:avLst/>
          </a:prstGeom>
          <a:noFill/>
          <a:ln w="38100">
            <a:solidFill>
              <a:srgbClr val="2F3339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500" dirty="0">
                <a:solidFill>
                  <a:srgbClr val="FFFFFF"/>
                </a:solidFill>
              </a:rPr>
              <a:t>대기</a:t>
            </a:r>
            <a:endParaRPr lang="en-US" altLang="ko-KR" sz="1500" dirty="0">
              <a:solidFill>
                <a:srgbClr val="FFFFFF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500" dirty="0">
                <a:solidFill>
                  <a:srgbClr val="FFFFFF"/>
                </a:solidFill>
              </a:rPr>
              <a:t>이동</a:t>
            </a:r>
            <a:endParaRPr lang="en-US" altLang="ko-KR" sz="1500" dirty="0">
              <a:solidFill>
                <a:srgbClr val="FFFFFF"/>
              </a:solidFill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CB5C0B38-01DB-74AE-2C1A-A58380293483}"/>
              </a:ext>
            </a:extLst>
          </p:cNvPr>
          <p:cNvSpPr/>
          <p:nvPr/>
        </p:nvSpPr>
        <p:spPr>
          <a:xfrm>
            <a:off x="1129956" y="4071271"/>
            <a:ext cx="1541146" cy="2023665"/>
          </a:xfrm>
          <a:prstGeom prst="rect">
            <a:avLst/>
          </a:prstGeom>
          <a:noFill/>
          <a:ln w="38100">
            <a:solidFill>
              <a:srgbClr val="2F3339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500" dirty="0">
                <a:solidFill>
                  <a:srgbClr val="FFFFFF"/>
                </a:solidFill>
              </a:rPr>
              <a:t>대기</a:t>
            </a:r>
            <a:endParaRPr lang="en-US" altLang="ko-KR" sz="1500" dirty="0">
              <a:solidFill>
                <a:srgbClr val="FFFFFF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500" dirty="0">
                <a:solidFill>
                  <a:srgbClr val="FFFFFF"/>
                </a:solidFill>
              </a:rPr>
              <a:t>이동</a:t>
            </a:r>
            <a:endParaRPr lang="en-US" altLang="ko-KR" sz="1500" dirty="0">
              <a:solidFill>
                <a:srgbClr val="FFFFFF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500" dirty="0">
                <a:solidFill>
                  <a:srgbClr val="FFFFFF"/>
                </a:solidFill>
              </a:rPr>
              <a:t>측면 이동</a:t>
            </a:r>
            <a:endParaRPr lang="en-US" altLang="ko-KR" sz="1500" dirty="0">
              <a:solidFill>
                <a:srgbClr val="FFFFFF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500" dirty="0">
                <a:solidFill>
                  <a:srgbClr val="FFFFFF"/>
                </a:solidFill>
              </a:rPr>
              <a:t>돌진</a:t>
            </a:r>
            <a:endParaRPr lang="en-US" altLang="ko-KR" sz="1500" dirty="0">
              <a:solidFill>
                <a:srgbClr val="FFFFFF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277215F-8B5B-BC4F-A4EE-7A509B152F51}"/>
              </a:ext>
            </a:extLst>
          </p:cNvPr>
          <p:cNvSpPr txBox="1"/>
          <p:nvPr/>
        </p:nvSpPr>
        <p:spPr>
          <a:xfrm>
            <a:off x="309654" y="366311"/>
            <a:ext cx="5199529" cy="7233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3000" dirty="0">
                <a:solidFill>
                  <a:srgbClr val="BF5428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보스</a:t>
            </a:r>
            <a:r>
              <a:rPr lang="en-US" altLang="ko-KR" sz="3000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ko-KR" altLang="en-US" sz="3000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스킬 애니메이션 로직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8393ECD-E88A-0F32-B21C-A54F9EA5E970}"/>
              </a:ext>
            </a:extLst>
          </p:cNvPr>
          <p:cNvSpPr/>
          <p:nvPr/>
        </p:nvSpPr>
        <p:spPr>
          <a:xfrm>
            <a:off x="236374" y="1304196"/>
            <a:ext cx="757672" cy="386842"/>
          </a:xfrm>
          <a:prstGeom prst="rect">
            <a:avLst/>
          </a:prstGeom>
          <a:solidFill>
            <a:srgbClr val="2F3339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500" dirty="0"/>
              <a:t>생성</a:t>
            </a: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1A637E84-0794-8975-0377-205DA0E4F231}"/>
              </a:ext>
            </a:extLst>
          </p:cNvPr>
          <p:cNvSpPr/>
          <p:nvPr/>
        </p:nvSpPr>
        <p:spPr>
          <a:xfrm>
            <a:off x="1265866" y="1304196"/>
            <a:ext cx="1269326" cy="386842"/>
          </a:xfrm>
          <a:prstGeom prst="rect">
            <a:avLst/>
          </a:prstGeom>
          <a:solidFill>
            <a:srgbClr val="2F3339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500" dirty="0" err="1"/>
              <a:t>비전투</a:t>
            </a:r>
            <a:endParaRPr lang="ko-KR" altLang="en-US" sz="1500" dirty="0"/>
          </a:p>
        </p:txBody>
      </p:sp>
      <p:sp>
        <p:nvSpPr>
          <p:cNvPr id="70" name="직사각형 69">
            <a:extLst>
              <a:ext uri="{FF2B5EF4-FFF2-40B4-BE49-F238E27FC236}">
                <a16:creationId xmlns:a16="http://schemas.microsoft.com/office/drawing/2014/main" id="{0CD617AA-5CA7-C846-6C86-3DB845DE18A6}"/>
              </a:ext>
            </a:extLst>
          </p:cNvPr>
          <p:cNvSpPr/>
          <p:nvPr/>
        </p:nvSpPr>
        <p:spPr>
          <a:xfrm>
            <a:off x="1265866" y="3817736"/>
            <a:ext cx="1269326" cy="386842"/>
          </a:xfrm>
          <a:prstGeom prst="rect">
            <a:avLst/>
          </a:prstGeom>
          <a:solidFill>
            <a:srgbClr val="2F3339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500" dirty="0"/>
              <a:t>전투</a:t>
            </a:r>
          </a:p>
        </p:txBody>
      </p:sp>
      <p:sp>
        <p:nvSpPr>
          <p:cNvPr id="71" name="직사각형 70">
            <a:extLst>
              <a:ext uri="{FF2B5EF4-FFF2-40B4-BE49-F238E27FC236}">
                <a16:creationId xmlns:a16="http://schemas.microsoft.com/office/drawing/2014/main" id="{D92A9C2A-DF39-580D-4808-08D0C511B619}"/>
              </a:ext>
            </a:extLst>
          </p:cNvPr>
          <p:cNvSpPr/>
          <p:nvPr/>
        </p:nvSpPr>
        <p:spPr>
          <a:xfrm>
            <a:off x="3172484" y="4798977"/>
            <a:ext cx="1541146" cy="1535295"/>
          </a:xfrm>
          <a:prstGeom prst="rect">
            <a:avLst/>
          </a:prstGeom>
          <a:noFill/>
          <a:ln w="38100">
            <a:solidFill>
              <a:srgbClr val="2F3339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500" dirty="0">
                <a:solidFill>
                  <a:srgbClr val="FFFFFF"/>
                </a:solidFill>
              </a:rPr>
              <a:t>기본 공격 </a:t>
            </a:r>
            <a:r>
              <a:rPr lang="en-US" altLang="ko-KR" sz="1500" dirty="0">
                <a:solidFill>
                  <a:srgbClr val="FFFFFF"/>
                </a:solidFill>
              </a:rPr>
              <a:t>1</a:t>
            </a:r>
          </a:p>
          <a:p>
            <a:pPr algn="ctr">
              <a:lnSpc>
                <a:spcPct val="150000"/>
              </a:lnSpc>
            </a:pPr>
            <a:r>
              <a:rPr lang="ko-KR" altLang="en-US" sz="1500" dirty="0">
                <a:solidFill>
                  <a:srgbClr val="FFFFFF"/>
                </a:solidFill>
              </a:rPr>
              <a:t>기본 공격 </a:t>
            </a:r>
            <a:r>
              <a:rPr lang="en-US" altLang="ko-KR" sz="1500" dirty="0">
                <a:solidFill>
                  <a:srgbClr val="FFFFFF"/>
                </a:solidFill>
              </a:rPr>
              <a:t>2</a:t>
            </a:r>
          </a:p>
          <a:p>
            <a:pPr algn="ctr">
              <a:lnSpc>
                <a:spcPct val="150000"/>
              </a:lnSpc>
            </a:pPr>
            <a:r>
              <a:rPr lang="ko-KR" altLang="en-US" sz="1500" dirty="0">
                <a:solidFill>
                  <a:srgbClr val="FFFFFF"/>
                </a:solidFill>
              </a:rPr>
              <a:t>연속 공격</a:t>
            </a:r>
            <a:endParaRPr lang="en-US" altLang="ko-KR" sz="1500" dirty="0">
              <a:solidFill>
                <a:srgbClr val="FFFFFF"/>
              </a:solidFill>
            </a:endParaRPr>
          </a:p>
        </p:txBody>
      </p:sp>
      <p:sp>
        <p:nvSpPr>
          <p:cNvPr id="72" name="직사각형 71">
            <a:extLst>
              <a:ext uri="{FF2B5EF4-FFF2-40B4-BE49-F238E27FC236}">
                <a16:creationId xmlns:a16="http://schemas.microsoft.com/office/drawing/2014/main" id="{F15F5949-1AE5-E8DE-4D1D-5AD93F19F557}"/>
              </a:ext>
            </a:extLst>
          </p:cNvPr>
          <p:cNvSpPr/>
          <p:nvPr/>
        </p:nvSpPr>
        <p:spPr>
          <a:xfrm>
            <a:off x="3308394" y="4520071"/>
            <a:ext cx="1269326" cy="386842"/>
          </a:xfrm>
          <a:prstGeom prst="rect">
            <a:avLst/>
          </a:prstGeom>
          <a:solidFill>
            <a:srgbClr val="2F3339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500" dirty="0"/>
              <a:t>기본 공격</a:t>
            </a:r>
          </a:p>
        </p:txBody>
      </p:sp>
      <p:sp>
        <p:nvSpPr>
          <p:cNvPr id="75" name="직사각형 74">
            <a:extLst>
              <a:ext uri="{FF2B5EF4-FFF2-40B4-BE49-F238E27FC236}">
                <a16:creationId xmlns:a16="http://schemas.microsoft.com/office/drawing/2014/main" id="{EB2A1D9D-5F4D-139A-7E99-FBFA1FC53262}"/>
              </a:ext>
            </a:extLst>
          </p:cNvPr>
          <p:cNvSpPr/>
          <p:nvPr/>
        </p:nvSpPr>
        <p:spPr>
          <a:xfrm>
            <a:off x="4981618" y="4798977"/>
            <a:ext cx="1541146" cy="1535295"/>
          </a:xfrm>
          <a:prstGeom prst="rect">
            <a:avLst/>
          </a:prstGeom>
          <a:noFill/>
          <a:ln w="38100">
            <a:solidFill>
              <a:srgbClr val="2F3339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500" dirty="0">
                <a:solidFill>
                  <a:srgbClr val="FFFFFF"/>
                </a:solidFill>
              </a:rPr>
              <a:t>손 뻗기 실패</a:t>
            </a:r>
            <a:endParaRPr lang="en-US" altLang="ko-KR" sz="1500" dirty="0">
              <a:solidFill>
                <a:srgbClr val="FFFFFF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500" dirty="0">
                <a:solidFill>
                  <a:srgbClr val="FFFFFF"/>
                </a:solidFill>
              </a:rPr>
              <a:t>균열</a:t>
            </a:r>
            <a:endParaRPr lang="en-US" altLang="ko-KR" sz="1500" dirty="0">
              <a:solidFill>
                <a:srgbClr val="FFFFFF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500" dirty="0">
                <a:solidFill>
                  <a:srgbClr val="FFFFFF"/>
                </a:solidFill>
              </a:rPr>
              <a:t>기억 점멸</a:t>
            </a:r>
            <a:endParaRPr lang="en-US" altLang="ko-KR" sz="1500" dirty="0">
              <a:solidFill>
                <a:srgbClr val="FFFFFF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500" dirty="0">
                <a:solidFill>
                  <a:srgbClr val="FFFFFF"/>
                </a:solidFill>
              </a:rPr>
              <a:t>환영 소환</a:t>
            </a:r>
            <a:endParaRPr lang="en-US" altLang="ko-KR" sz="1500" dirty="0">
              <a:solidFill>
                <a:srgbClr val="FFFFFF"/>
              </a:solidFill>
            </a:endParaRPr>
          </a:p>
        </p:txBody>
      </p:sp>
      <p:sp>
        <p:nvSpPr>
          <p:cNvPr id="76" name="직사각형 75">
            <a:extLst>
              <a:ext uri="{FF2B5EF4-FFF2-40B4-BE49-F238E27FC236}">
                <a16:creationId xmlns:a16="http://schemas.microsoft.com/office/drawing/2014/main" id="{00C8BF4D-25A0-6970-137E-EC8ED8F1596D}"/>
              </a:ext>
            </a:extLst>
          </p:cNvPr>
          <p:cNvSpPr/>
          <p:nvPr/>
        </p:nvSpPr>
        <p:spPr>
          <a:xfrm>
            <a:off x="5117528" y="4520071"/>
            <a:ext cx="1269326" cy="386842"/>
          </a:xfrm>
          <a:prstGeom prst="rect">
            <a:avLst/>
          </a:prstGeom>
          <a:solidFill>
            <a:srgbClr val="2F3339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500" dirty="0"/>
              <a:t>스킬</a:t>
            </a:r>
          </a:p>
        </p:txBody>
      </p:sp>
      <p:sp>
        <p:nvSpPr>
          <p:cNvPr id="77" name="직사각형 76">
            <a:extLst>
              <a:ext uri="{FF2B5EF4-FFF2-40B4-BE49-F238E27FC236}">
                <a16:creationId xmlns:a16="http://schemas.microsoft.com/office/drawing/2014/main" id="{63B2214D-0051-70EA-AA3A-2752F1283506}"/>
              </a:ext>
            </a:extLst>
          </p:cNvPr>
          <p:cNvSpPr/>
          <p:nvPr/>
        </p:nvSpPr>
        <p:spPr>
          <a:xfrm>
            <a:off x="9836906" y="4938898"/>
            <a:ext cx="1541146" cy="1568669"/>
          </a:xfrm>
          <a:prstGeom prst="rect">
            <a:avLst/>
          </a:prstGeom>
          <a:noFill/>
          <a:ln w="38100">
            <a:solidFill>
              <a:srgbClr val="2F3339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500" dirty="0" err="1">
                <a:solidFill>
                  <a:srgbClr val="FFFFFF"/>
                </a:solidFill>
              </a:rPr>
              <a:t>페이즈</a:t>
            </a:r>
            <a:r>
              <a:rPr lang="ko-KR" altLang="en-US" sz="1500" dirty="0">
                <a:solidFill>
                  <a:srgbClr val="FFFFFF"/>
                </a:solidFill>
              </a:rPr>
              <a:t> 전환</a:t>
            </a:r>
            <a:endParaRPr lang="en-US" altLang="ko-KR" sz="1500" dirty="0">
              <a:solidFill>
                <a:srgbClr val="FFFFFF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500" dirty="0">
                <a:solidFill>
                  <a:srgbClr val="FFFFFF"/>
                </a:solidFill>
              </a:rPr>
              <a:t>사망</a:t>
            </a:r>
            <a:endParaRPr lang="en-US" altLang="ko-KR" sz="1500" dirty="0">
              <a:solidFill>
                <a:srgbClr val="FFFFFF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500" dirty="0">
                <a:solidFill>
                  <a:srgbClr val="FFFFFF"/>
                </a:solidFill>
              </a:rPr>
              <a:t>정화</a:t>
            </a:r>
            <a:endParaRPr lang="en-US" altLang="ko-KR" sz="1500" dirty="0">
              <a:solidFill>
                <a:srgbClr val="FFFFFF"/>
              </a:solidFill>
            </a:endParaRPr>
          </a:p>
        </p:txBody>
      </p: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F0093E59-BC69-413F-2AC8-33C26E752B2D}"/>
              </a:ext>
            </a:extLst>
          </p:cNvPr>
          <p:cNvSpPr/>
          <p:nvPr/>
        </p:nvSpPr>
        <p:spPr>
          <a:xfrm>
            <a:off x="9972816" y="4659992"/>
            <a:ext cx="1269326" cy="386842"/>
          </a:xfrm>
          <a:prstGeom prst="rect">
            <a:avLst/>
          </a:prstGeom>
          <a:solidFill>
            <a:srgbClr val="2F3339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500" dirty="0"/>
              <a:t>연출</a:t>
            </a:r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824A7B9A-B41C-543F-0497-73EA08937BB9}"/>
              </a:ext>
            </a:extLst>
          </p:cNvPr>
          <p:cNvSpPr/>
          <p:nvPr/>
        </p:nvSpPr>
        <p:spPr>
          <a:xfrm>
            <a:off x="10298096" y="1448529"/>
            <a:ext cx="1541146" cy="1573889"/>
          </a:xfrm>
          <a:prstGeom prst="rect">
            <a:avLst/>
          </a:prstGeom>
          <a:noFill/>
          <a:ln w="38100">
            <a:solidFill>
              <a:srgbClr val="2F3339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500" dirty="0">
                <a:solidFill>
                  <a:srgbClr val="FFFFFF"/>
                </a:solidFill>
              </a:rPr>
              <a:t>스턴</a:t>
            </a:r>
            <a:endParaRPr lang="en-US" altLang="ko-KR" sz="1500" dirty="0">
              <a:solidFill>
                <a:srgbClr val="FFFFFF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500" dirty="0">
                <a:solidFill>
                  <a:srgbClr val="FFFFFF"/>
                </a:solidFill>
              </a:rPr>
              <a:t>정신 붕괴</a:t>
            </a:r>
            <a:endParaRPr lang="en-US" altLang="ko-KR" sz="1500" dirty="0">
              <a:solidFill>
                <a:srgbClr val="FFFFFF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500" dirty="0">
                <a:solidFill>
                  <a:srgbClr val="FFFFFF"/>
                </a:solidFill>
              </a:rPr>
              <a:t>인간성 동요</a:t>
            </a:r>
            <a:endParaRPr lang="en-US" altLang="ko-KR" sz="1500" dirty="0">
              <a:solidFill>
                <a:srgbClr val="FFFFFF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500" dirty="0">
                <a:solidFill>
                  <a:srgbClr val="FFFFFF"/>
                </a:solidFill>
              </a:rPr>
              <a:t>기억 플래시백</a:t>
            </a:r>
            <a:endParaRPr lang="en-US" altLang="ko-KR" sz="1500" dirty="0">
              <a:solidFill>
                <a:srgbClr val="FFFFFF"/>
              </a:solidFill>
            </a:endParaRPr>
          </a:p>
        </p:txBody>
      </p:sp>
      <p:sp>
        <p:nvSpPr>
          <p:cNvPr id="84" name="직사각형 83">
            <a:extLst>
              <a:ext uri="{FF2B5EF4-FFF2-40B4-BE49-F238E27FC236}">
                <a16:creationId xmlns:a16="http://schemas.microsoft.com/office/drawing/2014/main" id="{0748C073-7E6F-4C50-0F36-95A160EC4ECE}"/>
              </a:ext>
            </a:extLst>
          </p:cNvPr>
          <p:cNvSpPr/>
          <p:nvPr/>
        </p:nvSpPr>
        <p:spPr>
          <a:xfrm>
            <a:off x="10434006" y="1169623"/>
            <a:ext cx="1269326" cy="386842"/>
          </a:xfrm>
          <a:prstGeom prst="rect">
            <a:avLst/>
          </a:prstGeom>
          <a:solidFill>
            <a:srgbClr val="2F3339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500" dirty="0"/>
              <a:t>추가 동작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17BC2E9-69F4-CA72-CE7B-22B8F564937E}"/>
              </a:ext>
            </a:extLst>
          </p:cNvPr>
          <p:cNvSpPr/>
          <p:nvPr/>
        </p:nvSpPr>
        <p:spPr>
          <a:xfrm>
            <a:off x="2989943" y="3908643"/>
            <a:ext cx="5524496" cy="2598924"/>
          </a:xfrm>
          <a:prstGeom prst="rect">
            <a:avLst/>
          </a:prstGeom>
          <a:noFill/>
          <a:ln>
            <a:solidFill>
              <a:srgbClr val="FFFFFF">
                <a:alpha val="30000"/>
              </a:srgb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ko-KR" altLang="en-US"/>
          </a:p>
        </p:txBody>
      </p:sp>
      <p:sp>
        <p:nvSpPr>
          <p:cNvPr id="85" name="직사각형 84">
            <a:extLst>
              <a:ext uri="{FF2B5EF4-FFF2-40B4-BE49-F238E27FC236}">
                <a16:creationId xmlns:a16="http://schemas.microsoft.com/office/drawing/2014/main" id="{F4F6DA32-3BCA-6C95-544B-277AC5A23F38}"/>
              </a:ext>
            </a:extLst>
          </p:cNvPr>
          <p:cNvSpPr/>
          <p:nvPr/>
        </p:nvSpPr>
        <p:spPr>
          <a:xfrm>
            <a:off x="6790752" y="4794621"/>
            <a:ext cx="1541146" cy="637920"/>
          </a:xfrm>
          <a:prstGeom prst="rect">
            <a:avLst/>
          </a:prstGeom>
          <a:noFill/>
          <a:ln w="38100">
            <a:solidFill>
              <a:srgbClr val="2F3339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500" dirty="0">
                <a:solidFill>
                  <a:srgbClr val="FFFFFF"/>
                </a:solidFill>
              </a:rPr>
              <a:t>도발</a:t>
            </a:r>
            <a:endParaRPr lang="en-US" altLang="ko-KR" sz="1500" dirty="0">
              <a:solidFill>
                <a:srgbClr val="FFFFFF"/>
              </a:solidFill>
            </a:endParaRPr>
          </a:p>
        </p:txBody>
      </p:sp>
      <p:sp>
        <p:nvSpPr>
          <p:cNvPr id="86" name="직사각형 85">
            <a:extLst>
              <a:ext uri="{FF2B5EF4-FFF2-40B4-BE49-F238E27FC236}">
                <a16:creationId xmlns:a16="http://schemas.microsoft.com/office/drawing/2014/main" id="{1BAA9415-6A2E-3A19-4E9B-11C4B5B88D33}"/>
              </a:ext>
            </a:extLst>
          </p:cNvPr>
          <p:cNvSpPr/>
          <p:nvPr/>
        </p:nvSpPr>
        <p:spPr>
          <a:xfrm>
            <a:off x="6926662" y="4515714"/>
            <a:ext cx="1269326" cy="386842"/>
          </a:xfrm>
          <a:prstGeom prst="rect">
            <a:avLst/>
          </a:prstGeom>
          <a:solidFill>
            <a:srgbClr val="2F3339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500" dirty="0"/>
              <a:t>추가 동작</a:t>
            </a:r>
          </a:p>
        </p:txBody>
      </p:sp>
      <p:cxnSp>
        <p:nvCxnSpPr>
          <p:cNvPr id="4" name="직선 화살표 연결선 3">
            <a:extLst>
              <a:ext uri="{FF2B5EF4-FFF2-40B4-BE49-F238E27FC236}">
                <a16:creationId xmlns:a16="http://schemas.microsoft.com/office/drawing/2014/main" id="{9478FF9B-69BF-3316-F940-950590050122}"/>
              </a:ext>
            </a:extLst>
          </p:cNvPr>
          <p:cNvCxnSpPr>
            <a:cxnSpLocks/>
            <a:stCxn id="70" idx="0"/>
          </p:cNvCxnSpPr>
          <p:nvPr/>
        </p:nvCxnSpPr>
        <p:spPr>
          <a:xfrm flipV="1">
            <a:off x="1900529" y="2631684"/>
            <a:ext cx="0" cy="1186052"/>
          </a:xfrm>
          <a:prstGeom prst="straightConnector1">
            <a:avLst/>
          </a:prstGeom>
          <a:ln w="12700">
            <a:solidFill>
              <a:srgbClr val="FFFFFF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화살표 연결선 90">
            <a:extLst>
              <a:ext uri="{FF2B5EF4-FFF2-40B4-BE49-F238E27FC236}">
                <a16:creationId xmlns:a16="http://schemas.microsoft.com/office/drawing/2014/main" id="{A355D5BC-B9D0-61FC-78AB-567605FA9D87}"/>
              </a:ext>
            </a:extLst>
          </p:cNvPr>
          <p:cNvCxnSpPr>
            <a:cxnSpLocks/>
          </p:cNvCxnSpPr>
          <p:nvPr/>
        </p:nvCxnSpPr>
        <p:spPr>
          <a:xfrm flipH="1">
            <a:off x="2696504" y="5136766"/>
            <a:ext cx="293439" cy="0"/>
          </a:xfrm>
          <a:prstGeom prst="straightConnector1">
            <a:avLst/>
          </a:prstGeom>
          <a:ln w="12700">
            <a:solidFill>
              <a:srgbClr val="FFFFFF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직선 화살표 연결선 91">
            <a:extLst>
              <a:ext uri="{FF2B5EF4-FFF2-40B4-BE49-F238E27FC236}">
                <a16:creationId xmlns:a16="http://schemas.microsoft.com/office/drawing/2014/main" id="{E231378E-C342-5853-D71B-0EC2F4D4D21A}"/>
              </a:ext>
            </a:extLst>
          </p:cNvPr>
          <p:cNvCxnSpPr/>
          <p:nvPr/>
        </p:nvCxnSpPr>
        <p:spPr>
          <a:xfrm>
            <a:off x="3938722" y="4153648"/>
            <a:ext cx="0" cy="358222"/>
          </a:xfrm>
          <a:prstGeom prst="straightConnector1">
            <a:avLst/>
          </a:prstGeom>
          <a:ln w="12700">
            <a:solidFill>
              <a:srgbClr val="FFFFFF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>
            <a:extLst>
              <a:ext uri="{FF2B5EF4-FFF2-40B4-BE49-F238E27FC236}">
                <a16:creationId xmlns:a16="http://schemas.microsoft.com/office/drawing/2014/main" id="{84A7D307-EE38-BB19-0A18-039427336705}"/>
              </a:ext>
            </a:extLst>
          </p:cNvPr>
          <p:cNvCxnSpPr>
            <a:cxnSpLocks/>
          </p:cNvCxnSpPr>
          <p:nvPr/>
        </p:nvCxnSpPr>
        <p:spPr>
          <a:xfrm>
            <a:off x="3938722" y="4153648"/>
            <a:ext cx="3639002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5F932085-86A4-67B5-E279-617B1681A131}"/>
              </a:ext>
            </a:extLst>
          </p:cNvPr>
          <p:cNvCxnSpPr/>
          <p:nvPr/>
        </p:nvCxnSpPr>
        <p:spPr>
          <a:xfrm>
            <a:off x="5760265" y="4153648"/>
            <a:ext cx="0" cy="358222"/>
          </a:xfrm>
          <a:prstGeom prst="straightConnector1">
            <a:avLst/>
          </a:prstGeom>
          <a:ln w="12700">
            <a:solidFill>
              <a:srgbClr val="FFFFFF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92333C9A-139D-FAEC-C482-E6EA74ADE402}"/>
              </a:ext>
            </a:extLst>
          </p:cNvPr>
          <p:cNvCxnSpPr>
            <a:cxnSpLocks/>
          </p:cNvCxnSpPr>
          <p:nvPr/>
        </p:nvCxnSpPr>
        <p:spPr>
          <a:xfrm>
            <a:off x="7577724" y="4153648"/>
            <a:ext cx="0" cy="358222"/>
          </a:xfrm>
          <a:prstGeom prst="straightConnector1">
            <a:avLst/>
          </a:prstGeom>
          <a:ln w="12700">
            <a:solidFill>
              <a:srgbClr val="FFFFFF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FCEA14E3-23A8-D108-14D5-41AAAE88A641}"/>
              </a:ext>
            </a:extLst>
          </p:cNvPr>
          <p:cNvCxnSpPr/>
          <p:nvPr/>
        </p:nvCxnSpPr>
        <p:spPr>
          <a:xfrm flipH="1">
            <a:off x="5964479" y="7929078"/>
            <a:ext cx="894324" cy="0"/>
          </a:xfrm>
          <a:prstGeom prst="straightConnector1">
            <a:avLst/>
          </a:prstGeom>
          <a:ln w="12700">
            <a:solidFill>
              <a:srgbClr val="FFFF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직선 화살표 연결선 113">
            <a:extLst>
              <a:ext uri="{FF2B5EF4-FFF2-40B4-BE49-F238E27FC236}">
                <a16:creationId xmlns:a16="http://schemas.microsoft.com/office/drawing/2014/main" id="{CE6B5652-D30B-565F-4C55-9C05F56A7E4F}"/>
              </a:ext>
            </a:extLst>
          </p:cNvPr>
          <p:cNvCxnSpPr>
            <a:cxnSpLocks/>
            <a:stCxn id="51" idx="1"/>
            <a:endCxn id="11" idx="3"/>
          </p:cNvCxnSpPr>
          <p:nvPr/>
        </p:nvCxnSpPr>
        <p:spPr>
          <a:xfrm flipH="1">
            <a:off x="994046" y="1497617"/>
            <a:ext cx="271820" cy="0"/>
          </a:xfrm>
          <a:prstGeom prst="straightConnector1">
            <a:avLst/>
          </a:prstGeom>
          <a:ln w="12700">
            <a:solidFill>
              <a:srgbClr val="FFFFFF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4B4F9AAA-3885-F23C-4032-3BCDB7C0AECC}"/>
              </a:ext>
            </a:extLst>
          </p:cNvPr>
          <p:cNvSpPr/>
          <p:nvPr/>
        </p:nvSpPr>
        <p:spPr>
          <a:xfrm>
            <a:off x="6571365" y="1981679"/>
            <a:ext cx="1541146" cy="1568669"/>
          </a:xfrm>
          <a:prstGeom prst="rect">
            <a:avLst/>
          </a:prstGeom>
          <a:noFill/>
          <a:ln w="38100">
            <a:solidFill>
              <a:srgbClr val="2F3339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500" dirty="0">
                <a:solidFill>
                  <a:srgbClr val="FFFFFF"/>
                </a:solidFill>
              </a:rPr>
              <a:t>트라우마 절규</a:t>
            </a:r>
            <a:endParaRPr lang="en-US" altLang="ko-KR" sz="1500" dirty="0">
              <a:solidFill>
                <a:srgbClr val="FFFFFF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500" dirty="0">
                <a:solidFill>
                  <a:srgbClr val="FFFFFF"/>
                </a:solidFill>
              </a:rPr>
              <a:t>왜곡 난타</a:t>
            </a:r>
            <a:endParaRPr lang="en-US" altLang="ko-KR" sz="1500" dirty="0">
              <a:solidFill>
                <a:srgbClr val="FFFFFF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500" dirty="0">
                <a:solidFill>
                  <a:srgbClr val="FFFFFF"/>
                </a:solidFill>
              </a:rPr>
              <a:t>기억 붕괴</a:t>
            </a:r>
            <a:endParaRPr lang="en-US" altLang="ko-KR" sz="1500" dirty="0">
              <a:solidFill>
                <a:srgbClr val="FFFFFF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500" dirty="0" err="1">
                <a:solidFill>
                  <a:srgbClr val="FFFFFF"/>
                </a:solidFill>
              </a:rPr>
              <a:t>절말</a:t>
            </a:r>
            <a:r>
              <a:rPr lang="ko-KR" altLang="en-US" sz="1500" dirty="0">
                <a:solidFill>
                  <a:srgbClr val="FFFFFF"/>
                </a:solidFill>
              </a:rPr>
              <a:t> 포효</a:t>
            </a:r>
            <a:endParaRPr lang="en-US" altLang="ko-KR" sz="1500" dirty="0">
              <a:solidFill>
                <a:srgbClr val="FFFFFF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4B7F3BC-D088-9DA9-C9F3-DCA36ABDD357}"/>
              </a:ext>
            </a:extLst>
          </p:cNvPr>
          <p:cNvSpPr/>
          <p:nvPr/>
        </p:nvSpPr>
        <p:spPr>
          <a:xfrm>
            <a:off x="6707275" y="1702773"/>
            <a:ext cx="1269326" cy="386842"/>
          </a:xfrm>
          <a:prstGeom prst="rect">
            <a:avLst/>
          </a:prstGeom>
          <a:solidFill>
            <a:srgbClr val="2F3339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500" dirty="0"/>
              <a:t>광폭화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40A6FE97-8329-D21E-90AB-4433A09F8D09}"/>
              </a:ext>
            </a:extLst>
          </p:cNvPr>
          <p:cNvSpPr/>
          <p:nvPr/>
        </p:nvSpPr>
        <p:spPr>
          <a:xfrm>
            <a:off x="2802485" y="1583103"/>
            <a:ext cx="1541146" cy="1134688"/>
          </a:xfrm>
          <a:prstGeom prst="rect">
            <a:avLst/>
          </a:prstGeom>
          <a:noFill/>
          <a:ln w="38100">
            <a:solidFill>
              <a:srgbClr val="2F3339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500" dirty="0">
                <a:solidFill>
                  <a:srgbClr val="FFFFFF"/>
                </a:solidFill>
              </a:rPr>
              <a:t>광폭화</a:t>
            </a:r>
            <a:endParaRPr lang="en-US" altLang="ko-KR" sz="1500" dirty="0">
              <a:solidFill>
                <a:srgbClr val="FFFFFF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500" dirty="0">
                <a:solidFill>
                  <a:srgbClr val="FFFFFF"/>
                </a:solidFill>
              </a:rPr>
              <a:t>기절 진입</a:t>
            </a:r>
            <a:endParaRPr lang="en-US" altLang="ko-KR" sz="1500" dirty="0">
              <a:solidFill>
                <a:srgbClr val="FFFFFF"/>
              </a:solidFill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BE73BCD5-F28F-A44D-D380-0B4C43D1CD02}"/>
              </a:ext>
            </a:extLst>
          </p:cNvPr>
          <p:cNvSpPr/>
          <p:nvPr/>
        </p:nvSpPr>
        <p:spPr>
          <a:xfrm>
            <a:off x="2938395" y="1304196"/>
            <a:ext cx="1269326" cy="386842"/>
          </a:xfrm>
          <a:prstGeom prst="rect">
            <a:avLst/>
          </a:prstGeom>
          <a:solidFill>
            <a:srgbClr val="2F3339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500" dirty="0"/>
              <a:t>추가 동작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F0742547-0070-7991-5B3B-1645DD0E8024}"/>
              </a:ext>
            </a:extLst>
          </p:cNvPr>
          <p:cNvSpPr/>
          <p:nvPr/>
        </p:nvSpPr>
        <p:spPr>
          <a:xfrm>
            <a:off x="8632215" y="1482075"/>
            <a:ext cx="1541146" cy="1135713"/>
          </a:xfrm>
          <a:prstGeom prst="rect">
            <a:avLst/>
          </a:prstGeom>
          <a:noFill/>
          <a:ln w="38100">
            <a:solidFill>
              <a:srgbClr val="2F3339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500" dirty="0">
                <a:solidFill>
                  <a:srgbClr val="FFFFFF"/>
                </a:solidFill>
              </a:rPr>
              <a:t>피격</a:t>
            </a:r>
            <a:endParaRPr lang="en-US" altLang="ko-KR" sz="1500" dirty="0">
              <a:solidFill>
                <a:srgbClr val="FFFFFF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500" dirty="0" err="1">
                <a:solidFill>
                  <a:srgbClr val="FFFFFF"/>
                </a:solidFill>
              </a:rPr>
              <a:t>강피격</a:t>
            </a:r>
            <a:endParaRPr lang="en-US" altLang="ko-KR" sz="1500" dirty="0">
              <a:solidFill>
                <a:srgbClr val="FFFFFF"/>
              </a:solidFill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4751FD6C-7B42-C6BD-EE28-B3F9A676D685}"/>
              </a:ext>
            </a:extLst>
          </p:cNvPr>
          <p:cNvSpPr/>
          <p:nvPr/>
        </p:nvSpPr>
        <p:spPr>
          <a:xfrm>
            <a:off x="8768125" y="1204193"/>
            <a:ext cx="1269326" cy="386842"/>
          </a:xfrm>
          <a:prstGeom prst="rect">
            <a:avLst/>
          </a:prstGeom>
          <a:solidFill>
            <a:srgbClr val="2F3339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500" dirty="0"/>
              <a:t>데미지 동작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760425FE-7733-3CAD-1AF2-430A320BDCA8}"/>
              </a:ext>
            </a:extLst>
          </p:cNvPr>
          <p:cNvSpPr/>
          <p:nvPr/>
        </p:nvSpPr>
        <p:spPr>
          <a:xfrm>
            <a:off x="4762231" y="1980655"/>
            <a:ext cx="1541146" cy="1135713"/>
          </a:xfrm>
          <a:prstGeom prst="rect">
            <a:avLst/>
          </a:prstGeom>
          <a:noFill/>
          <a:ln w="38100">
            <a:solidFill>
              <a:srgbClr val="2F3339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500" dirty="0">
                <a:solidFill>
                  <a:srgbClr val="FFFFFF"/>
                </a:solidFill>
              </a:rPr>
              <a:t>대기</a:t>
            </a:r>
            <a:endParaRPr lang="en-US" altLang="ko-KR" sz="1500" dirty="0">
              <a:solidFill>
                <a:srgbClr val="FFFFFF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500" dirty="0">
                <a:solidFill>
                  <a:srgbClr val="FFFFFF"/>
                </a:solidFill>
              </a:rPr>
              <a:t>이동</a:t>
            </a:r>
            <a:endParaRPr lang="en-US" altLang="ko-KR" sz="1500" dirty="0">
              <a:solidFill>
                <a:srgbClr val="FFFFFF"/>
              </a:solidFill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76A5D9FA-44F0-EDA4-7122-77A8D4139803}"/>
              </a:ext>
            </a:extLst>
          </p:cNvPr>
          <p:cNvSpPr/>
          <p:nvPr/>
        </p:nvSpPr>
        <p:spPr>
          <a:xfrm>
            <a:off x="4898141" y="1702773"/>
            <a:ext cx="1269326" cy="386842"/>
          </a:xfrm>
          <a:prstGeom prst="rect">
            <a:avLst/>
          </a:prstGeom>
          <a:solidFill>
            <a:srgbClr val="2F3339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500" dirty="0"/>
              <a:t>광폭화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5F9EACC3-599A-39FC-6D06-BE3D4875E844}"/>
              </a:ext>
            </a:extLst>
          </p:cNvPr>
          <p:cNvSpPr/>
          <p:nvPr/>
        </p:nvSpPr>
        <p:spPr>
          <a:xfrm>
            <a:off x="4558179" y="1137546"/>
            <a:ext cx="3728834" cy="2582046"/>
          </a:xfrm>
          <a:prstGeom prst="rect">
            <a:avLst/>
          </a:prstGeom>
          <a:noFill/>
          <a:ln>
            <a:solidFill>
              <a:srgbClr val="FFFFFF">
                <a:alpha val="30000"/>
              </a:srgb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ko-KR" altLang="en-US"/>
          </a:p>
        </p:txBody>
      </p: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3CA23CD2-C446-030C-38AF-3046A2F8D93B}"/>
              </a:ext>
            </a:extLst>
          </p:cNvPr>
          <p:cNvCxnSpPr>
            <a:cxnSpLocks/>
          </p:cNvCxnSpPr>
          <p:nvPr/>
        </p:nvCxnSpPr>
        <p:spPr>
          <a:xfrm flipH="1">
            <a:off x="4378325" y="2021743"/>
            <a:ext cx="199395" cy="0"/>
          </a:xfrm>
          <a:prstGeom prst="straightConnector1">
            <a:avLst/>
          </a:prstGeom>
          <a:ln w="12700">
            <a:solidFill>
              <a:srgbClr val="FFFFFF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249F4E13-59F6-7A6A-9DC9-0ACE249AAC9E}"/>
              </a:ext>
            </a:extLst>
          </p:cNvPr>
          <p:cNvCxnSpPr/>
          <p:nvPr/>
        </p:nvCxnSpPr>
        <p:spPr>
          <a:xfrm>
            <a:off x="6580187" y="-1733753"/>
            <a:ext cx="0" cy="358222"/>
          </a:xfrm>
          <a:prstGeom prst="straightConnector1">
            <a:avLst/>
          </a:prstGeom>
          <a:ln w="12700">
            <a:solidFill>
              <a:srgbClr val="FFFFFF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48E1D6AD-4145-A14E-185F-97187B09B322}"/>
              </a:ext>
            </a:extLst>
          </p:cNvPr>
          <p:cNvCxnSpPr>
            <a:cxnSpLocks/>
          </p:cNvCxnSpPr>
          <p:nvPr/>
        </p:nvCxnSpPr>
        <p:spPr>
          <a:xfrm>
            <a:off x="6580187" y="-1733753"/>
            <a:ext cx="1821543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FCB89643-91AC-385A-808F-93A3B27B63B5}"/>
              </a:ext>
            </a:extLst>
          </p:cNvPr>
          <p:cNvCxnSpPr/>
          <p:nvPr/>
        </p:nvCxnSpPr>
        <p:spPr>
          <a:xfrm>
            <a:off x="8401730" y="-1733753"/>
            <a:ext cx="0" cy="358222"/>
          </a:xfrm>
          <a:prstGeom prst="straightConnector1">
            <a:avLst/>
          </a:prstGeom>
          <a:ln w="12700">
            <a:solidFill>
              <a:srgbClr val="FFFFFF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AF504FB5-E3F0-B154-BB40-89CF7E39BBF5}"/>
              </a:ext>
            </a:extLst>
          </p:cNvPr>
          <p:cNvCxnSpPr>
            <a:cxnSpLocks/>
          </p:cNvCxnSpPr>
          <p:nvPr/>
        </p:nvCxnSpPr>
        <p:spPr>
          <a:xfrm flipV="1">
            <a:off x="3729329" y="2730644"/>
            <a:ext cx="0" cy="803686"/>
          </a:xfrm>
          <a:prstGeom prst="straightConnector1">
            <a:avLst/>
          </a:prstGeom>
          <a:ln w="12700">
            <a:solidFill>
              <a:srgbClr val="FFFFFF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83C74428-6F07-48F3-6B9D-27265C717569}"/>
              </a:ext>
            </a:extLst>
          </p:cNvPr>
          <p:cNvCxnSpPr>
            <a:cxnSpLocks/>
          </p:cNvCxnSpPr>
          <p:nvPr/>
        </p:nvCxnSpPr>
        <p:spPr>
          <a:xfrm flipH="1">
            <a:off x="8293365" y="2167685"/>
            <a:ext cx="227426" cy="0"/>
          </a:xfrm>
          <a:prstGeom prst="straightConnector1">
            <a:avLst/>
          </a:prstGeom>
          <a:ln w="12700">
            <a:solidFill>
              <a:srgbClr val="FFFFFF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B8B3E0F2-543B-589B-697D-3B5D974E3037}"/>
              </a:ext>
            </a:extLst>
          </p:cNvPr>
          <p:cNvCxnSpPr>
            <a:cxnSpLocks/>
          </p:cNvCxnSpPr>
          <p:nvPr/>
        </p:nvCxnSpPr>
        <p:spPr>
          <a:xfrm flipV="1">
            <a:off x="10157231" y="3127384"/>
            <a:ext cx="0" cy="1134852"/>
          </a:xfrm>
          <a:prstGeom prst="straightConnector1">
            <a:avLst/>
          </a:prstGeom>
          <a:ln w="12700">
            <a:solidFill>
              <a:srgbClr val="FFFFFF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59C1D9BA-1C42-0202-7FA0-A2FF3F95A124}"/>
              </a:ext>
            </a:extLst>
          </p:cNvPr>
          <p:cNvCxnSpPr>
            <a:cxnSpLocks/>
          </p:cNvCxnSpPr>
          <p:nvPr/>
        </p:nvCxnSpPr>
        <p:spPr>
          <a:xfrm>
            <a:off x="8514439" y="4262236"/>
            <a:ext cx="1642792" cy="0"/>
          </a:xfrm>
          <a:prstGeom prst="line">
            <a:avLst/>
          </a:prstGeom>
          <a:ln w="12700">
            <a:solidFill>
              <a:srgbClr val="FFFFFF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9E42646C-A03E-A3F4-72C9-EB4056B454F6}"/>
              </a:ext>
            </a:extLst>
          </p:cNvPr>
          <p:cNvSpPr/>
          <p:nvPr/>
        </p:nvSpPr>
        <p:spPr>
          <a:xfrm>
            <a:off x="8530570" y="1052037"/>
            <a:ext cx="3411022" cy="2084257"/>
          </a:xfrm>
          <a:prstGeom prst="rect">
            <a:avLst/>
          </a:prstGeom>
          <a:noFill/>
          <a:ln>
            <a:solidFill>
              <a:srgbClr val="FFFFFF">
                <a:alpha val="30000"/>
              </a:srgb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ko-KR" altLang="en-US"/>
          </a:p>
        </p:txBody>
      </p:sp>
      <p:cxnSp>
        <p:nvCxnSpPr>
          <p:cNvPr id="66" name="직선 화살표 연결선 65">
            <a:extLst>
              <a:ext uri="{FF2B5EF4-FFF2-40B4-BE49-F238E27FC236}">
                <a16:creationId xmlns:a16="http://schemas.microsoft.com/office/drawing/2014/main" id="{53ABD27E-FF4E-F9E9-8421-54BA1659F558}"/>
              </a:ext>
            </a:extLst>
          </p:cNvPr>
          <p:cNvCxnSpPr/>
          <p:nvPr/>
        </p:nvCxnSpPr>
        <p:spPr>
          <a:xfrm>
            <a:off x="5527203" y="1332816"/>
            <a:ext cx="0" cy="358222"/>
          </a:xfrm>
          <a:prstGeom prst="straightConnector1">
            <a:avLst/>
          </a:prstGeom>
          <a:ln w="12700">
            <a:solidFill>
              <a:srgbClr val="FFFFFF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AF80A091-2AC0-DC12-9CFD-C3437619BCBD}"/>
              </a:ext>
            </a:extLst>
          </p:cNvPr>
          <p:cNvCxnSpPr>
            <a:cxnSpLocks/>
          </p:cNvCxnSpPr>
          <p:nvPr/>
        </p:nvCxnSpPr>
        <p:spPr>
          <a:xfrm>
            <a:off x="5527203" y="1332816"/>
            <a:ext cx="1803523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23373B66-8945-7CE7-EEA9-0E1DB5EEAC2C}"/>
              </a:ext>
            </a:extLst>
          </p:cNvPr>
          <p:cNvCxnSpPr/>
          <p:nvPr/>
        </p:nvCxnSpPr>
        <p:spPr>
          <a:xfrm>
            <a:off x="7330726" y="1332816"/>
            <a:ext cx="0" cy="358222"/>
          </a:xfrm>
          <a:prstGeom prst="straightConnector1">
            <a:avLst/>
          </a:prstGeom>
          <a:ln w="12700">
            <a:solidFill>
              <a:srgbClr val="FFFFFF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FDDA5A5C-7687-EC59-F6DE-27B1045D24F4}"/>
              </a:ext>
            </a:extLst>
          </p:cNvPr>
          <p:cNvCxnSpPr>
            <a:cxnSpLocks/>
          </p:cNvCxnSpPr>
          <p:nvPr/>
        </p:nvCxnSpPr>
        <p:spPr>
          <a:xfrm flipH="1">
            <a:off x="8514439" y="5704635"/>
            <a:ext cx="1322467" cy="0"/>
          </a:xfrm>
          <a:prstGeom prst="straightConnector1">
            <a:avLst/>
          </a:prstGeom>
          <a:ln w="12700">
            <a:solidFill>
              <a:srgbClr val="FFFFFF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9C5EB0DA-2B72-9441-7106-332E321692F7}"/>
              </a:ext>
            </a:extLst>
          </p:cNvPr>
          <p:cNvCxnSpPr>
            <a:cxnSpLocks/>
          </p:cNvCxnSpPr>
          <p:nvPr/>
        </p:nvCxnSpPr>
        <p:spPr>
          <a:xfrm flipV="1">
            <a:off x="10608081" y="3513826"/>
            <a:ext cx="0" cy="1146166"/>
          </a:xfrm>
          <a:prstGeom prst="straightConnector1">
            <a:avLst/>
          </a:prstGeom>
          <a:ln w="12700">
            <a:solidFill>
              <a:srgbClr val="FFFFFF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연결선 88">
            <a:extLst>
              <a:ext uri="{FF2B5EF4-FFF2-40B4-BE49-F238E27FC236}">
                <a16:creationId xmlns:a16="http://schemas.microsoft.com/office/drawing/2014/main" id="{60360485-76D8-BBEE-F2F5-34E20127D7FA}"/>
              </a:ext>
            </a:extLst>
          </p:cNvPr>
          <p:cNvCxnSpPr>
            <a:cxnSpLocks/>
          </p:cNvCxnSpPr>
          <p:nvPr/>
        </p:nvCxnSpPr>
        <p:spPr>
          <a:xfrm>
            <a:off x="8287013" y="3513826"/>
            <a:ext cx="2321068" cy="0"/>
          </a:xfrm>
          <a:prstGeom prst="line">
            <a:avLst/>
          </a:prstGeom>
          <a:ln w="12700">
            <a:solidFill>
              <a:srgbClr val="FFFFFF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04048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52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7AD002-78C5-FAD3-76AE-181128006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4D1E0F62-F67B-42A6-8273-113484C43596}"/>
              </a:ext>
            </a:extLst>
          </p:cNvPr>
          <p:cNvGraphicFramePr>
            <a:graphicFrameLocks noGrp="1"/>
          </p:cNvGraphicFramePr>
          <p:nvPr/>
        </p:nvGraphicFramePr>
        <p:xfrm>
          <a:off x="307694" y="1430164"/>
          <a:ext cx="11576611" cy="491850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12115">
                  <a:extLst>
                    <a:ext uri="{9D8B030D-6E8A-4147-A177-3AD203B41FA5}">
                      <a16:colId xmlns:a16="http://schemas.microsoft.com/office/drawing/2014/main" val="1760504680"/>
                    </a:ext>
                  </a:extLst>
                </a:gridCol>
                <a:gridCol w="1033669">
                  <a:extLst>
                    <a:ext uri="{9D8B030D-6E8A-4147-A177-3AD203B41FA5}">
                      <a16:colId xmlns:a16="http://schemas.microsoft.com/office/drawing/2014/main" val="3705991395"/>
                    </a:ext>
                  </a:extLst>
                </a:gridCol>
                <a:gridCol w="2551044">
                  <a:extLst>
                    <a:ext uri="{9D8B030D-6E8A-4147-A177-3AD203B41FA5}">
                      <a16:colId xmlns:a16="http://schemas.microsoft.com/office/drawing/2014/main" val="382224707"/>
                    </a:ext>
                  </a:extLst>
                </a:gridCol>
                <a:gridCol w="2393261">
                  <a:extLst>
                    <a:ext uri="{9D8B030D-6E8A-4147-A177-3AD203B41FA5}">
                      <a16:colId xmlns:a16="http://schemas.microsoft.com/office/drawing/2014/main" val="89865077"/>
                    </a:ext>
                  </a:extLst>
                </a:gridCol>
                <a:gridCol w="2393261">
                  <a:extLst>
                    <a:ext uri="{9D8B030D-6E8A-4147-A177-3AD203B41FA5}">
                      <a16:colId xmlns:a16="http://schemas.microsoft.com/office/drawing/2014/main" val="2027190283"/>
                    </a:ext>
                  </a:extLst>
                </a:gridCol>
                <a:gridCol w="2393261">
                  <a:extLst>
                    <a:ext uri="{9D8B030D-6E8A-4147-A177-3AD203B41FA5}">
                      <a16:colId xmlns:a16="http://schemas.microsoft.com/office/drawing/2014/main" val="3721451741"/>
                    </a:ext>
                  </a:extLst>
                </a:gridCol>
              </a:tblGrid>
              <a:tr h="3703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구분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동작 타입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컨셉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단계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7342522"/>
                  </a:ext>
                </a:extLst>
              </a:tr>
              <a:tr h="568521">
                <a:tc rowSpan="2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 err="1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비전투</a:t>
                      </a:r>
                      <a:endParaRPr lang="ko-KR" altLang="en-US" sz="1000" b="1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대기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냉기 속에 봉인된 듯 정지 상태로 냉기 방출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(0.4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고개를 숙이며 공중에 부유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(Loop)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냉기 방출 및 손끝 미세 흔들림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(0.4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자세를 풀며 다음 상태 전환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1798336"/>
                  </a:ext>
                </a:extLst>
              </a:tr>
              <a:tr h="568521">
                <a:tc v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b="1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이동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천천히 전투 전 공간을 부유하며 배회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(0.3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상체를 기울여 이동 자세 진입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(Loop)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저속 부유 이동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(0.3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정지 자세 복귀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7537317"/>
                  </a:ext>
                </a:extLst>
              </a:tr>
              <a:tr h="568521">
                <a:tc rowSpan="4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전투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대기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플레이어를 응시하며 위협 자세 유지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(0.4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플레이어를 향해 몸을 틀어 전투 자세 진입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(Loop)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위협 자세 및 냉기 강화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(0.4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다음 행동 준비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9948897"/>
                  </a:ext>
                </a:extLst>
              </a:tr>
              <a:tr h="568521">
                <a:tc v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b="1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이동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플레이어 추적 부유 이동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(0.2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상체를 앞으로 기울임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(Loop)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빠른 부유 이동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(0.2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정지 자세 복귀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3252163"/>
                  </a:ext>
                </a:extLst>
              </a:tr>
              <a:tr h="568521">
                <a:tc v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en-US" altLang="ko-KR" sz="1000" b="1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측면 이동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좌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/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우 회피 이동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선행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(0.2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몸을 압축하며 왜곡 에너지 응축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진행 중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(0.4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전방으로 고속 돌진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후행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(0.2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잔상 해제 후 빈틈 노출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4248931"/>
                  </a:ext>
                </a:extLst>
              </a:tr>
              <a:tr h="568521">
                <a:tc v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b="1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돌진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공간 왜곡 돌진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(0.1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충격 수신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(0.2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상체가 뒤로 흔들림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(0.2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자세 복귀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8583329"/>
                  </a:ext>
                </a:extLst>
              </a:tr>
              <a:tr h="568521">
                <a:tc rowSpan="2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데미지</a:t>
                      </a:r>
                      <a:endParaRPr lang="en-US" altLang="ko-KR" sz="1000" b="1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동작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피격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약 피격 반응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(0.1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충격 수신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(0.2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상체가 뒤로 흔들림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(0.2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자세 복귀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87730592"/>
                  </a:ext>
                </a:extLst>
              </a:tr>
              <a:tr h="568521">
                <a:tc v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b="1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 err="1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강피격</a:t>
                      </a:r>
                      <a:endParaRPr lang="ko-KR" altLang="en-US" sz="1000" b="0" dirty="0">
                        <a:solidFill>
                          <a:srgbClr val="F8F9FA"/>
                        </a:solidFill>
                        <a:effectLst/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강 피격 반응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(0.2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큰 충격 수신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(0.4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몸 전체가 뒤틀림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(0.4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균형 회복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5817878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671B1C6-0131-52B0-55CB-F5C1C469ECBE}"/>
              </a:ext>
            </a:extLst>
          </p:cNvPr>
          <p:cNvSpPr txBox="1"/>
          <p:nvPr/>
        </p:nvSpPr>
        <p:spPr>
          <a:xfrm>
            <a:off x="427915" y="509328"/>
            <a:ext cx="1133616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000" dirty="0">
                <a:solidFill>
                  <a:srgbClr val="BF5428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보스</a:t>
            </a:r>
            <a:r>
              <a:rPr lang="en-US" altLang="ko-KR" sz="3000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ko-KR" altLang="en-US" sz="3000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애니메이션 리스트 </a:t>
            </a:r>
            <a:r>
              <a:rPr lang="en-US" altLang="ko-KR" sz="3000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– </a:t>
            </a:r>
            <a:r>
              <a:rPr lang="ko-KR" altLang="en-US" sz="3000" dirty="0" err="1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비전투</a:t>
            </a:r>
            <a:r>
              <a:rPr lang="ko-KR" altLang="en-US" sz="3000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en-US" altLang="ko-KR" sz="3000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/ </a:t>
            </a:r>
            <a:r>
              <a:rPr lang="ko-KR" altLang="en-US" sz="3000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전투 </a:t>
            </a:r>
            <a:r>
              <a:rPr lang="en-US" altLang="ko-KR" sz="3000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/ </a:t>
            </a:r>
            <a:r>
              <a:rPr lang="ko-KR" altLang="en-US" sz="3000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데미지 동작</a:t>
            </a:r>
            <a:endParaRPr lang="ko-KR" altLang="en-US" sz="3000" dirty="0">
              <a:solidFill>
                <a:srgbClr val="00B050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24598B67-0ED5-F412-B789-68906D07471D}"/>
              </a:ext>
            </a:extLst>
          </p:cNvPr>
          <p:cNvCxnSpPr>
            <a:cxnSpLocks/>
          </p:cNvCxnSpPr>
          <p:nvPr/>
        </p:nvCxnSpPr>
        <p:spPr>
          <a:xfrm>
            <a:off x="307694" y="1799970"/>
            <a:ext cx="11576611" cy="0"/>
          </a:xfrm>
          <a:prstGeom prst="line">
            <a:avLst/>
          </a:prstGeom>
          <a:ln w="25400">
            <a:solidFill>
              <a:srgbClr val="BF542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4F9A8CB2-7B79-6E11-4C18-70E4DD9E20F7}"/>
              </a:ext>
            </a:extLst>
          </p:cNvPr>
          <p:cNvCxnSpPr>
            <a:cxnSpLocks/>
          </p:cNvCxnSpPr>
          <p:nvPr/>
        </p:nvCxnSpPr>
        <p:spPr>
          <a:xfrm>
            <a:off x="307694" y="2936788"/>
            <a:ext cx="11576611" cy="0"/>
          </a:xfrm>
          <a:prstGeom prst="line">
            <a:avLst/>
          </a:prstGeom>
          <a:ln w="1270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F3C1B484-DD4E-DCD8-CE6F-C7D5C9B01EE9}"/>
              </a:ext>
            </a:extLst>
          </p:cNvPr>
          <p:cNvCxnSpPr>
            <a:cxnSpLocks/>
          </p:cNvCxnSpPr>
          <p:nvPr/>
        </p:nvCxnSpPr>
        <p:spPr>
          <a:xfrm>
            <a:off x="307694" y="5209070"/>
            <a:ext cx="11576611" cy="0"/>
          </a:xfrm>
          <a:prstGeom prst="line">
            <a:avLst/>
          </a:prstGeom>
          <a:ln w="1270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4D2A95F8-812B-12AA-D518-3FE8EE78EE83}"/>
              </a:ext>
            </a:extLst>
          </p:cNvPr>
          <p:cNvCxnSpPr>
            <a:cxnSpLocks/>
          </p:cNvCxnSpPr>
          <p:nvPr/>
        </p:nvCxnSpPr>
        <p:spPr>
          <a:xfrm>
            <a:off x="1120378" y="3504456"/>
            <a:ext cx="10763927" cy="0"/>
          </a:xfrm>
          <a:prstGeom prst="line">
            <a:avLst/>
          </a:prstGeom>
          <a:ln w="1270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DDE10AEC-90AB-E56B-FCCA-9E341BDAB753}"/>
              </a:ext>
            </a:extLst>
          </p:cNvPr>
          <p:cNvCxnSpPr>
            <a:cxnSpLocks/>
          </p:cNvCxnSpPr>
          <p:nvPr/>
        </p:nvCxnSpPr>
        <p:spPr>
          <a:xfrm>
            <a:off x="307694" y="6348672"/>
            <a:ext cx="11576611" cy="0"/>
          </a:xfrm>
          <a:prstGeom prst="line">
            <a:avLst/>
          </a:prstGeom>
          <a:ln w="1270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72BE82ED-124A-B32D-7122-459860E09590}"/>
              </a:ext>
            </a:extLst>
          </p:cNvPr>
          <p:cNvCxnSpPr>
            <a:cxnSpLocks/>
          </p:cNvCxnSpPr>
          <p:nvPr/>
        </p:nvCxnSpPr>
        <p:spPr>
          <a:xfrm>
            <a:off x="1120378" y="4073575"/>
            <a:ext cx="10763927" cy="0"/>
          </a:xfrm>
          <a:prstGeom prst="line">
            <a:avLst/>
          </a:prstGeom>
          <a:ln w="1270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08AF3BAE-6771-CD8C-9A0B-01CDC33E3BC3}"/>
              </a:ext>
            </a:extLst>
          </p:cNvPr>
          <p:cNvCxnSpPr>
            <a:cxnSpLocks/>
          </p:cNvCxnSpPr>
          <p:nvPr/>
        </p:nvCxnSpPr>
        <p:spPr>
          <a:xfrm>
            <a:off x="1120378" y="4642693"/>
            <a:ext cx="10763927" cy="0"/>
          </a:xfrm>
          <a:prstGeom prst="line">
            <a:avLst/>
          </a:prstGeom>
          <a:ln w="1270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50C9E3B6-75F9-E19A-B398-B64A914C963B}"/>
              </a:ext>
            </a:extLst>
          </p:cNvPr>
          <p:cNvCxnSpPr>
            <a:cxnSpLocks/>
          </p:cNvCxnSpPr>
          <p:nvPr/>
        </p:nvCxnSpPr>
        <p:spPr>
          <a:xfrm>
            <a:off x="1120378" y="5778153"/>
            <a:ext cx="10763927" cy="0"/>
          </a:xfrm>
          <a:prstGeom prst="line">
            <a:avLst/>
          </a:prstGeom>
          <a:ln w="1270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C687C9B7-842F-6C61-D0B8-6822EE9CC9F1}"/>
              </a:ext>
            </a:extLst>
          </p:cNvPr>
          <p:cNvCxnSpPr>
            <a:cxnSpLocks/>
          </p:cNvCxnSpPr>
          <p:nvPr/>
        </p:nvCxnSpPr>
        <p:spPr>
          <a:xfrm>
            <a:off x="1120378" y="2367808"/>
            <a:ext cx="10763927" cy="0"/>
          </a:xfrm>
          <a:prstGeom prst="line">
            <a:avLst/>
          </a:prstGeom>
          <a:ln w="1270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749423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52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94CD691-DFBC-0AED-481E-BD85640915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2D188F51-2037-90B9-8BBB-C8EAF568D3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6611682"/>
              </p:ext>
            </p:extLst>
          </p:nvPr>
        </p:nvGraphicFramePr>
        <p:xfrm>
          <a:off x="307694" y="1430164"/>
          <a:ext cx="11576611" cy="491850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12115">
                  <a:extLst>
                    <a:ext uri="{9D8B030D-6E8A-4147-A177-3AD203B41FA5}">
                      <a16:colId xmlns:a16="http://schemas.microsoft.com/office/drawing/2014/main" val="1760504680"/>
                    </a:ext>
                  </a:extLst>
                </a:gridCol>
                <a:gridCol w="1033669">
                  <a:extLst>
                    <a:ext uri="{9D8B030D-6E8A-4147-A177-3AD203B41FA5}">
                      <a16:colId xmlns:a16="http://schemas.microsoft.com/office/drawing/2014/main" val="3705991395"/>
                    </a:ext>
                  </a:extLst>
                </a:gridCol>
                <a:gridCol w="2551044">
                  <a:extLst>
                    <a:ext uri="{9D8B030D-6E8A-4147-A177-3AD203B41FA5}">
                      <a16:colId xmlns:a16="http://schemas.microsoft.com/office/drawing/2014/main" val="382224707"/>
                    </a:ext>
                  </a:extLst>
                </a:gridCol>
                <a:gridCol w="1435957">
                  <a:extLst>
                    <a:ext uri="{9D8B030D-6E8A-4147-A177-3AD203B41FA5}">
                      <a16:colId xmlns:a16="http://schemas.microsoft.com/office/drawing/2014/main" val="89865077"/>
                    </a:ext>
                  </a:extLst>
                </a:gridCol>
                <a:gridCol w="957304">
                  <a:extLst>
                    <a:ext uri="{9D8B030D-6E8A-4147-A177-3AD203B41FA5}">
                      <a16:colId xmlns:a16="http://schemas.microsoft.com/office/drawing/2014/main" val="2899248136"/>
                    </a:ext>
                  </a:extLst>
                </a:gridCol>
                <a:gridCol w="478652">
                  <a:extLst>
                    <a:ext uri="{9D8B030D-6E8A-4147-A177-3AD203B41FA5}">
                      <a16:colId xmlns:a16="http://schemas.microsoft.com/office/drawing/2014/main" val="2027190283"/>
                    </a:ext>
                  </a:extLst>
                </a:gridCol>
                <a:gridCol w="1435957">
                  <a:extLst>
                    <a:ext uri="{9D8B030D-6E8A-4147-A177-3AD203B41FA5}">
                      <a16:colId xmlns:a16="http://schemas.microsoft.com/office/drawing/2014/main" val="3641894258"/>
                    </a:ext>
                  </a:extLst>
                </a:gridCol>
                <a:gridCol w="478652">
                  <a:extLst>
                    <a:ext uri="{9D8B030D-6E8A-4147-A177-3AD203B41FA5}">
                      <a16:colId xmlns:a16="http://schemas.microsoft.com/office/drawing/2014/main" val="3743959956"/>
                    </a:ext>
                  </a:extLst>
                </a:gridCol>
                <a:gridCol w="957304">
                  <a:extLst>
                    <a:ext uri="{9D8B030D-6E8A-4147-A177-3AD203B41FA5}">
                      <a16:colId xmlns:a16="http://schemas.microsoft.com/office/drawing/2014/main" val="3721451741"/>
                    </a:ext>
                  </a:extLst>
                </a:gridCol>
                <a:gridCol w="1435957">
                  <a:extLst>
                    <a:ext uri="{9D8B030D-6E8A-4147-A177-3AD203B41FA5}">
                      <a16:colId xmlns:a16="http://schemas.microsoft.com/office/drawing/2014/main" val="1114620711"/>
                    </a:ext>
                  </a:extLst>
                </a:gridCol>
              </a:tblGrid>
              <a:tr h="3703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구분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동작 타입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컨셉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7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단계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7342522"/>
                  </a:ext>
                </a:extLst>
              </a:tr>
              <a:tr h="568521">
                <a:tc rowSpan="4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데미지</a:t>
                      </a:r>
                      <a:endParaRPr lang="en-US" altLang="ko-KR" sz="1000" b="1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추가 동작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스턴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강한 충격 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/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브레이크 누적 시 무력화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(0.3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균형 붕괴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(Loop)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비틀거리며 무방비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(0.5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자세 복귀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31798336"/>
                  </a:ext>
                </a:extLst>
              </a:tr>
              <a:tr h="568521">
                <a:tc v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b="1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정신 붕괴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공감 타격 적중 시 정신적 혼란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(0.4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머리를 </a:t>
                      </a:r>
                      <a:r>
                        <a:rPr lang="ko-KR" altLang="en-US" sz="1000" b="0" dirty="0" err="1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감싸쥠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(1.2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비명 및 몸부림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(0.5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자세 회복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7537317"/>
                  </a:ext>
                </a:extLst>
              </a:tr>
              <a:tr h="568521">
                <a:tc v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b="1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인간성 동요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정화 계열 공격 적중 시 인간성 반응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(0.4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인간 형상 플래시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(0.8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멍한 정지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(0.4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분노 복귀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9948897"/>
                  </a:ext>
                </a:extLst>
              </a:tr>
              <a:tr h="568521">
                <a:tc v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b="1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기억 플래시백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특정 패턴 파훼 시 과거 기억 자극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(0.5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동공 확장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(1.0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주변 응시 정지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(0.5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광폭 복귀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83252163"/>
                  </a:ext>
                </a:extLst>
              </a:tr>
              <a:tr h="568521">
                <a:tc rowSpan="3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기본 공격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기본 공격 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1</a:t>
                      </a:r>
                      <a:endParaRPr lang="ko-KR" altLang="en-US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한 손 전방 </a:t>
                      </a:r>
                      <a:r>
                        <a:rPr lang="ko-KR" altLang="en-US" sz="1000" b="0" dirty="0" err="1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참격</a:t>
                      </a:r>
                      <a:endParaRPr lang="ko-KR" altLang="en-US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선행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(0.3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팔을 뒤로 젖혀 공격 준비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진행 중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(0.4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전방 </a:t>
                      </a:r>
                      <a:r>
                        <a:rPr lang="ko-KR" altLang="en-US" sz="1000" b="0" dirty="0" err="1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참격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판정 발생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후행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(0.4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자세 복귀 및 빈틈 노출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4248931"/>
                  </a:ext>
                </a:extLst>
              </a:tr>
              <a:tr h="568521">
                <a:tc v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b="1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기본 공격 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2</a:t>
                      </a:r>
                      <a:endParaRPr lang="ko-KR" altLang="en-US" sz="1000" b="0" dirty="0">
                        <a:solidFill>
                          <a:srgbClr val="F8F9FA"/>
                        </a:solidFill>
                        <a:effectLst/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반대 손 내려치기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선행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(0.4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 err="1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반대팔을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들어올림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진행 중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(0.4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내려치기 판정 발생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후행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(0.5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자세 복귀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8583329"/>
                  </a:ext>
                </a:extLst>
              </a:tr>
              <a:tr h="568521">
                <a:tc v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b="1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연속 공격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광란의 난타 콤보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준비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(0.3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양 팔을 비틀며 힘 축적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진행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1]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(0.3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좌측 타격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진행 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2]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(0.3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우측 타격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완료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(0.5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양손 강타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회수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(1.0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큰 경직 발생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87730592"/>
                  </a:ext>
                </a:extLst>
              </a:tr>
              <a:tr h="568521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추가 동작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도발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플레이어를 향한 조롱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선행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(0.4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고개를 숙이며 시선 고정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진행 중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(1.0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손짓하며 도발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후행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(0.4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전투 자세 복귀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5817878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2F8F8B02-81FC-EC79-447E-50825F8C8033}"/>
              </a:ext>
            </a:extLst>
          </p:cNvPr>
          <p:cNvSpPr txBox="1"/>
          <p:nvPr/>
        </p:nvSpPr>
        <p:spPr>
          <a:xfrm>
            <a:off x="427915" y="509328"/>
            <a:ext cx="1133616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000" dirty="0">
                <a:solidFill>
                  <a:srgbClr val="BF5428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보스</a:t>
            </a:r>
            <a:r>
              <a:rPr lang="en-US" altLang="ko-KR" sz="3000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ko-KR" altLang="en-US" sz="3000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애니메이션 리스트 </a:t>
            </a:r>
            <a:r>
              <a:rPr lang="en-US" altLang="ko-KR" sz="3000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– </a:t>
            </a:r>
            <a:r>
              <a:rPr lang="ko-KR" altLang="en-US" sz="3000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데미지 추가 동작 </a:t>
            </a:r>
            <a:r>
              <a:rPr lang="en-US" altLang="ko-KR" sz="3000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/ </a:t>
            </a:r>
            <a:r>
              <a:rPr lang="ko-KR" altLang="en-US" sz="3000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기본 공격 </a:t>
            </a:r>
            <a:r>
              <a:rPr lang="en-US" altLang="ko-KR" sz="3000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/ </a:t>
            </a:r>
            <a:r>
              <a:rPr lang="ko-KR" altLang="en-US" sz="3000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추가 동작</a:t>
            </a:r>
            <a:endParaRPr lang="ko-KR" altLang="en-US" sz="3000" dirty="0">
              <a:solidFill>
                <a:srgbClr val="00B050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DAC60E8B-67FE-2CD4-FAE2-CCE74A2A6816}"/>
              </a:ext>
            </a:extLst>
          </p:cNvPr>
          <p:cNvCxnSpPr>
            <a:cxnSpLocks/>
          </p:cNvCxnSpPr>
          <p:nvPr/>
        </p:nvCxnSpPr>
        <p:spPr>
          <a:xfrm>
            <a:off x="307694" y="1799970"/>
            <a:ext cx="11576611" cy="0"/>
          </a:xfrm>
          <a:prstGeom prst="line">
            <a:avLst/>
          </a:prstGeom>
          <a:ln w="25400">
            <a:solidFill>
              <a:srgbClr val="BF542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601FF398-FA38-3264-E4B7-26756D8A6B04}"/>
              </a:ext>
            </a:extLst>
          </p:cNvPr>
          <p:cNvCxnSpPr>
            <a:cxnSpLocks/>
          </p:cNvCxnSpPr>
          <p:nvPr/>
        </p:nvCxnSpPr>
        <p:spPr>
          <a:xfrm>
            <a:off x="307694" y="4076475"/>
            <a:ext cx="11576611" cy="0"/>
          </a:xfrm>
          <a:prstGeom prst="line">
            <a:avLst/>
          </a:prstGeom>
          <a:ln w="1270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5CA336FA-9DAB-A084-69C3-EF9F93CE3C8F}"/>
              </a:ext>
            </a:extLst>
          </p:cNvPr>
          <p:cNvCxnSpPr>
            <a:cxnSpLocks/>
          </p:cNvCxnSpPr>
          <p:nvPr/>
        </p:nvCxnSpPr>
        <p:spPr>
          <a:xfrm>
            <a:off x="307694" y="5777817"/>
            <a:ext cx="11576611" cy="0"/>
          </a:xfrm>
          <a:prstGeom prst="line">
            <a:avLst/>
          </a:prstGeom>
          <a:ln w="1270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3AE14D08-C52F-FDB7-46F4-258A96B80764}"/>
              </a:ext>
            </a:extLst>
          </p:cNvPr>
          <p:cNvCxnSpPr>
            <a:cxnSpLocks/>
          </p:cNvCxnSpPr>
          <p:nvPr/>
        </p:nvCxnSpPr>
        <p:spPr>
          <a:xfrm>
            <a:off x="1120378" y="3504456"/>
            <a:ext cx="10763927" cy="0"/>
          </a:xfrm>
          <a:prstGeom prst="line">
            <a:avLst/>
          </a:prstGeom>
          <a:ln w="1270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E7A80DAC-F3E7-FE22-62BC-31BF0C35C265}"/>
              </a:ext>
            </a:extLst>
          </p:cNvPr>
          <p:cNvCxnSpPr>
            <a:cxnSpLocks/>
          </p:cNvCxnSpPr>
          <p:nvPr/>
        </p:nvCxnSpPr>
        <p:spPr>
          <a:xfrm>
            <a:off x="307694" y="6348672"/>
            <a:ext cx="11576611" cy="0"/>
          </a:xfrm>
          <a:prstGeom prst="line">
            <a:avLst/>
          </a:prstGeom>
          <a:ln w="1270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5E19DAD2-3454-127C-EEB4-B4F1F95C7977}"/>
              </a:ext>
            </a:extLst>
          </p:cNvPr>
          <p:cNvCxnSpPr>
            <a:cxnSpLocks/>
          </p:cNvCxnSpPr>
          <p:nvPr/>
        </p:nvCxnSpPr>
        <p:spPr>
          <a:xfrm>
            <a:off x="1120378" y="2937046"/>
            <a:ext cx="10763927" cy="0"/>
          </a:xfrm>
          <a:prstGeom prst="line">
            <a:avLst/>
          </a:prstGeom>
          <a:ln w="1270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CF95E45F-99E0-3B62-3E1C-22A8B9B08651}"/>
              </a:ext>
            </a:extLst>
          </p:cNvPr>
          <p:cNvCxnSpPr>
            <a:cxnSpLocks/>
          </p:cNvCxnSpPr>
          <p:nvPr/>
        </p:nvCxnSpPr>
        <p:spPr>
          <a:xfrm>
            <a:off x="1120378" y="4642693"/>
            <a:ext cx="10763927" cy="0"/>
          </a:xfrm>
          <a:prstGeom prst="line">
            <a:avLst/>
          </a:prstGeom>
          <a:ln w="1270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54A8997F-E218-3D50-48D8-B88A37B3B369}"/>
              </a:ext>
            </a:extLst>
          </p:cNvPr>
          <p:cNvCxnSpPr>
            <a:cxnSpLocks/>
          </p:cNvCxnSpPr>
          <p:nvPr/>
        </p:nvCxnSpPr>
        <p:spPr>
          <a:xfrm>
            <a:off x="1120378" y="5215210"/>
            <a:ext cx="10763927" cy="0"/>
          </a:xfrm>
          <a:prstGeom prst="line">
            <a:avLst/>
          </a:prstGeom>
          <a:ln w="1270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F4C23AF2-CCF4-BE69-707C-0514257F4CF3}"/>
              </a:ext>
            </a:extLst>
          </p:cNvPr>
          <p:cNvCxnSpPr>
            <a:cxnSpLocks/>
          </p:cNvCxnSpPr>
          <p:nvPr/>
        </p:nvCxnSpPr>
        <p:spPr>
          <a:xfrm>
            <a:off x="1120378" y="2367808"/>
            <a:ext cx="10763927" cy="0"/>
          </a:xfrm>
          <a:prstGeom prst="line">
            <a:avLst/>
          </a:prstGeom>
          <a:ln w="1270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530533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52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7867BC-9696-B5C8-5F2E-0F3E1B464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08161C7E-D6DF-3FEF-7C58-CB197422DD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2066981"/>
              </p:ext>
            </p:extLst>
          </p:nvPr>
        </p:nvGraphicFramePr>
        <p:xfrm>
          <a:off x="307694" y="1430164"/>
          <a:ext cx="11576611" cy="491850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12115">
                  <a:extLst>
                    <a:ext uri="{9D8B030D-6E8A-4147-A177-3AD203B41FA5}">
                      <a16:colId xmlns:a16="http://schemas.microsoft.com/office/drawing/2014/main" val="1760504680"/>
                    </a:ext>
                  </a:extLst>
                </a:gridCol>
                <a:gridCol w="1033669">
                  <a:extLst>
                    <a:ext uri="{9D8B030D-6E8A-4147-A177-3AD203B41FA5}">
                      <a16:colId xmlns:a16="http://schemas.microsoft.com/office/drawing/2014/main" val="3705991395"/>
                    </a:ext>
                  </a:extLst>
                </a:gridCol>
                <a:gridCol w="2551044">
                  <a:extLst>
                    <a:ext uri="{9D8B030D-6E8A-4147-A177-3AD203B41FA5}">
                      <a16:colId xmlns:a16="http://schemas.microsoft.com/office/drawing/2014/main" val="382224707"/>
                    </a:ext>
                  </a:extLst>
                </a:gridCol>
                <a:gridCol w="1435957">
                  <a:extLst>
                    <a:ext uri="{9D8B030D-6E8A-4147-A177-3AD203B41FA5}">
                      <a16:colId xmlns:a16="http://schemas.microsoft.com/office/drawing/2014/main" val="89865077"/>
                    </a:ext>
                  </a:extLst>
                </a:gridCol>
                <a:gridCol w="1435956">
                  <a:extLst>
                    <a:ext uri="{9D8B030D-6E8A-4147-A177-3AD203B41FA5}">
                      <a16:colId xmlns:a16="http://schemas.microsoft.com/office/drawing/2014/main" val="2920296838"/>
                    </a:ext>
                  </a:extLst>
                </a:gridCol>
                <a:gridCol w="1435957">
                  <a:extLst>
                    <a:ext uri="{9D8B030D-6E8A-4147-A177-3AD203B41FA5}">
                      <a16:colId xmlns:a16="http://schemas.microsoft.com/office/drawing/2014/main" val="1318794813"/>
                    </a:ext>
                  </a:extLst>
                </a:gridCol>
                <a:gridCol w="1435956">
                  <a:extLst>
                    <a:ext uri="{9D8B030D-6E8A-4147-A177-3AD203B41FA5}">
                      <a16:colId xmlns:a16="http://schemas.microsoft.com/office/drawing/2014/main" val="392348234"/>
                    </a:ext>
                  </a:extLst>
                </a:gridCol>
                <a:gridCol w="1435957">
                  <a:extLst>
                    <a:ext uri="{9D8B030D-6E8A-4147-A177-3AD203B41FA5}">
                      <a16:colId xmlns:a16="http://schemas.microsoft.com/office/drawing/2014/main" val="2587972089"/>
                    </a:ext>
                  </a:extLst>
                </a:gridCol>
              </a:tblGrid>
              <a:tr h="3703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구분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동작 타입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컨셉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5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단계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7342522"/>
                  </a:ext>
                </a:extLst>
              </a:tr>
              <a:tr h="568521">
                <a:tc rowSpan="4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 err="1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페이즈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1</a:t>
                      </a:r>
                    </a:p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스킬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손 뻗기 실패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실패 충격파 발생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준비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(0.5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손을 천천히 뻗음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진행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1]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(0.4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허공 포착 시도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진행 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2]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(0.4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팔 떨림 및 불안정화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완료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(0.4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실패 폭발 발생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회수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(0.5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허탈 경직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1798336"/>
                  </a:ext>
                </a:extLst>
              </a:tr>
              <a:tr h="568521">
                <a:tc v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b="1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균열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파편 </a:t>
                      </a:r>
                      <a:r>
                        <a:rPr lang="ko-KR" altLang="en-US" sz="1000" b="0" dirty="0" err="1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광역기</a:t>
                      </a:r>
                      <a:endParaRPr lang="ko-KR" altLang="en-US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준비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(0.4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손을 움켜쥠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진행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1]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(0.4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반지 패턴 균열 발생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진행 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2]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(0.5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에너지 집중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완료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(0.5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균열 파편 폭발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회수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(0.5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손 떨림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7537317"/>
                  </a:ext>
                </a:extLst>
              </a:tr>
              <a:tr h="568521">
                <a:tc v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b="1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기억 점멸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환영 생성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준비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(0.5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머리를 움켜쥠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진행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1]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(0.5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공간 왜곡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진행 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2]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(0.6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환영 형성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완료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(0.5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환영 발동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회수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(0.4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정지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9948897"/>
                  </a:ext>
                </a:extLst>
              </a:tr>
              <a:tr h="568521">
                <a:tc v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b="1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환영 소환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기억 </a:t>
                      </a:r>
                      <a:r>
                        <a:rPr lang="ko-KR" altLang="en-US" sz="1000" b="0" dirty="0" err="1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환영체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소환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준비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(0.5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양 팔을 벌림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진행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1]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(0.7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공간 왜곡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진행 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2]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(0.8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환영 생성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완료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(0.7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소환 완료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회수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(0.5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지휘 자세 유지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3252163"/>
                  </a:ext>
                </a:extLst>
              </a:tr>
              <a:tr h="568521">
                <a:tc rowSpan="4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 err="1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페이즈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2</a:t>
                      </a:r>
                    </a:p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스킬</a:t>
                      </a:r>
                      <a:endParaRPr lang="en-US" altLang="ko-KR" sz="1000" b="1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(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광폭화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  <a:endParaRPr lang="ko-KR" altLang="en-US" sz="1000" b="1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트라우마 절규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광역 절규 공격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준비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(0.6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몸을 움츠림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진행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1]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(0.4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고개를 젖힘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진행 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2]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(0.7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절규 발산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완료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(0.7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음파 확산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회수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(0.6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탈진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4248931"/>
                  </a:ext>
                </a:extLst>
              </a:tr>
              <a:tr h="568521">
                <a:tc v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b="1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왜곡 난타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왜곡된 팔을 이용한 광폭 연속 타격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준비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(0.4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양팔 비정상적 뒤틀림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진행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1]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(0.3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좌측 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2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회 난타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진행 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2]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(0.3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우측 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2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회 난타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완료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(0.5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양손 시간차 강타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회수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(0.8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크게 </a:t>
                      </a:r>
                      <a:r>
                        <a:rPr lang="ko-KR" altLang="en-US" sz="1000" b="0" dirty="0" err="1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휘청임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8583329"/>
                  </a:ext>
                </a:extLst>
              </a:tr>
              <a:tr h="568521">
                <a:tc v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b="1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기억 붕괴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소환된 환영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/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기억을 </a:t>
                      </a:r>
                      <a:r>
                        <a:rPr lang="ko-KR" altLang="en-US" sz="1000" b="0" dirty="0" err="1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폭주시켜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</a:t>
                      </a:r>
                      <a:r>
                        <a:rPr lang="ko-KR" altLang="en-US" sz="1000" b="0" dirty="0" err="1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폭발시킴</a:t>
                      </a:r>
                      <a:endParaRPr lang="ko-KR" altLang="en-US" sz="1000" b="0" dirty="0">
                        <a:solidFill>
                          <a:srgbClr val="F8F9FA"/>
                        </a:solidFill>
                        <a:effectLst/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준비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(0.6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양손 머리로 끌어당김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진행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1]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(0.6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주변 환영 불안정화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진행 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2]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(0.8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기억 붕괴 에너지 집중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완료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(0.7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광역 폭발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회수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(0.5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비틀거리며 정지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4876297"/>
                  </a:ext>
                </a:extLst>
              </a:tr>
              <a:tr h="568521">
                <a:tc v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b="1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절망 포효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절망의 포효로 광역 </a:t>
                      </a:r>
                      <a:r>
                        <a:rPr lang="ko-KR" altLang="en-US" sz="1000" b="0" dirty="0" err="1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디버프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/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장판 생성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준비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(0.7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몸 크게 젖히며 숨 마심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진행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1]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(0.5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흉부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/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입 발광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진행 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2]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(0.8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포효 발산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완료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(0.8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장판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/</a:t>
                      </a:r>
                      <a:r>
                        <a:rPr lang="ko-KR" altLang="en-US" sz="1000" b="0" dirty="0" err="1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디버프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생성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회수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(0.6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포효 종료 후 경직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79779689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F97893BF-5205-418A-C44E-E072D77F2229}"/>
              </a:ext>
            </a:extLst>
          </p:cNvPr>
          <p:cNvSpPr txBox="1"/>
          <p:nvPr/>
        </p:nvSpPr>
        <p:spPr>
          <a:xfrm>
            <a:off x="427915" y="509328"/>
            <a:ext cx="1133616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000" dirty="0">
                <a:solidFill>
                  <a:srgbClr val="BF5428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보스</a:t>
            </a:r>
            <a:r>
              <a:rPr lang="en-US" altLang="ko-KR" sz="3000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ko-KR" altLang="en-US" sz="3000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애니메이션 리스트 </a:t>
            </a:r>
            <a:r>
              <a:rPr lang="en-US" altLang="ko-KR" sz="3000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– </a:t>
            </a:r>
            <a:r>
              <a:rPr lang="ko-KR" altLang="en-US" sz="3000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스킬 동작</a:t>
            </a:r>
            <a:endParaRPr lang="ko-KR" altLang="en-US" sz="3000" dirty="0">
              <a:solidFill>
                <a:srgbClr val="00B050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D158AC55-914B-6BDA-7B0E-0B520CB056B0}"/>
              </a:ext>
            </a:extLst>
          </p:cNvPr>
          <p:cNvCxnSpPr>
            <a:cxnSpLocks/>
          </p:cNvCxnSpPr>
          <p:nvPr/>
        </p:nvCxnSpPr>
        <p:spPr>
          <a:xfrm>
            <a:off x="307694" y="1799970"/>
            <a:ext cx="11576611" cy="0"/>
          </a:xfrm>
          <a:prstGeom prst="line">
            <a:avLst/>
          </a:prstGeom>
          <a:ln w="25400">
            <a:solidFill>
              <a:srgbClr val="BF542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4E95AC2E-ABE6-047D-0EAF-AEEFEEC68ADE}"/>
              </a:ext>
            </a:extLst>
          </p:cNvPr>
          <p:cNvCxnSpPr>
            <a:cxnSpLocks/>
          </p:cNvCxnSpPr>
          <p:nvPr/>
        </p:nvCxnSpPr>
        <p:spPr>
          <a:xfrm>
            <a:off x="1120378" y="3504456"/>
            <a:ext cx="10763927" cy="0"/>
          </a:xfrm>
          <a:prstGeom prst="line">
            <a:avLst/>
          </a:prstGeom>
          <a:ln w="1270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3EEE7AFA-562B-B97C-0059-07B030E540A6}"/>
              </a:ext>
            </a:extLst>
          </p:cNvPr>
          <p:cNvCxnSpPr>
            <a:cxnSpLocks/>
          </p:cNvCxnSpPr>
          <p:nvPr/>
        </p:nvCxnSpPr>
        <p:spPr>
          <a:xfrm>
            <a:off x="1120378" y="5776479"/>
            <a:ext cx="10763927" cy="0"/>
          </a:xfrm>
          <a:prstGeom prst="line">
            <a:avLst/>
          </a:prstGeom>
          <a:ln w="1270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4DF8D5A4-3548-EAB0-0F33-664E85BF2F9C}"/>
              </a:ext>
            </a:extLst>
          </p:cNvPr>
          <p:cNvCxnSpPr>
            <a:cxnSpLocks/>
          </p:cNvCxnSpPr>
          <p:nvPr/>
        </p:nvCxnSpPr>
        <p:spPr>
          <a:xfrm>
            <a:off x="1120378" y="5211194"/>
            <a:ext cx="10763927" cy="0"/>
          </a:xfrm>
          <a:prstGeom prst="line">
            <a:avLst/>
          </a:prstGeom>
          <a:ln w="1270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2D409813-F394-8BFF-845C-F35ECB0E72DD}"/>
              </a:ext>
            </a:extLst>
          </p:cNvPr>
          <p:cNvCxnSpPr>
            <a:cxnSpLocks/>
          </p:cNvCxnSpPr>
          <p:nvPr/>
        </p:nvCxnSpPr>
        <p:spPr>
          <a:xfrm>
            <a:off x="1120378" y="2936904"/>
            <a:ext cx="10763927" cy="0"/>
          </a:xfrm>
          <a:prstGeom prst="line">
            <a:avLst/>
          </a:prstGeom>
          <a:ln w="1270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ED29D91B-ED0E-C4EA-92DB-3A56B6205FC5}"/>
              </a:ext>
            </a:extLst>
          </p:cNvPr>
          <p:cNvCxnSpPr>
            <a:cxnSpLocks/>
          </p:cNvCxnSpPr>
          <p:nvPr/>
        </p:nvCxnSpPr>
        <p:spPr>
          <a:xfrm>
            <a:off x="1120378" y="2367808"/>
            <a:ext cx="10763927" cy="0"/>
          </a:xfrm>
          <a:prstGeom prst="line">
            <a:avLst/>
          </a:prstGeom>
          <a:ln w="1270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E53BCA92-50F7-44E3-6D5D-AD21A62C9DCF}"/>
              </a:ext>
            </a:extLst>
          </p:cNvPr>
          <p:cNvCxnSpPr>
            <a:cxnSpLocks/>
          </p:cNvCxnSpPr>
          <p:nvPr/>
        </p:nvCxnSpPr>
        <p:spPr>
          <a:xfrm>
            <a:off x="307694" y="6348672"/>
            <a:ext cx="11576611" cy="0"/>
          </a:xfrm>
          <a:prstGeom prst="line">
            <a:avLst/>
          </a:prstGeom>
          <a:ln w="1270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BA25B4DE-456D-60DA-E5ED-948232DC3F70}"/>
              </a:ext>
            </a:extLst>
          </p:cNvPr>
          <p:cNvCxnSpPr>
            <a:cxnSpLocks/>
          </p:cNvCxnSpPr>
          <p:nvPr/>
        </p:nvCxnSpPr>
        <p:spPr>
          <a:xfrm>
            <a:off x="307694" y="4056131"/>
            <a:ext cx="11576611" cy="0"/>
          </a:xfrm>
          <a:prstGeom prst="line">
            <a:avLst/>
          </a:prstGeom>
          <a:ln w="1270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505D1204-F380-9077-945E-831AC7B01717}"/>
              </a:ext>
            </a:extLst>
          </p:cNvPr>
          <p:cNvCxnSpPr>
            <a:cxnSpLocks/>
          </p:cNvCxnSpPr>
          <p:nvPr/>
        </p:nvCxnSpPr>
        <p:spPr>
          <a:xfrm>
            <a:off x="1120378" y="4642693"/>
            <a:ext cx="10763927" cy="0"/>
          </a:xfrm>
          <a:prstGeom prst="line">
            <a:avLst/>
          </a:prstGeom>
          <a:ln w="1270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49600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52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41C66E-B535-7543-4756-3585999678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692223C8-2E13-9609-6DDE-60216D86C0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077687"/>
              </p:ext>
            </p:extLst>
          </p:nvPr>
        </p:nvGraphicFramePr>
        <p:xfrm>
          <a:off x="307694" y="1430164"/>
          <a:ext cx="11576611" cy="434998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12115">
                  <a:extLst>
                    <a:ext uri="{9D8B030D-6E8A-4147-A177-3AD203B41FA5}">
                      <a16:colId xmlns:a16="http://schemas.microsoft.com/office/drawing/2014/main" val="1760504680"/>
                    </a:ext>
                  </a:extLst>
                </a:gridCol>
                <a:gridCol w="1033669">
                  <a:extLst>
                    <a:ext uri="{9D8B030D-6E8A-4147-A177-3AD203B41FA5}">
                      <a16:colId xmlns:a16="http://schemas.microsoft.com/office/drawing/2014/main" val="3705991395"/>
                    </a:ext>
                  </a:extLst>
                </a:gridCol>
                <a:gridCol w="2551044">
                  <a:extLst>
                    <a:ext uri="{9D8B030D-6E8A-4147-A177-3AD203B41FA5}">
                      <a16:colId xmlns:a16="http://schemas.microsoft.com/office/drawing/2014/main" val="382224707"/>
                    </a:ext>
                  </a:extLst>
                </a:gridCol>
                <a:gridCol w="1435957">
                  <a:extLst>
                    <a:ext uri="{9D8B030D-6E8A-4147-A177-3AD203B41FA5}">
                      <a16:colId xmlns:a16="http://schemas.microsoft.com/office/drawing/2014/main" val="89865077"/>
                    </a:ext>
                  </a:extLst>
                </a:gridCol>
                <a:gridCol w="957304">
                  <a:extLst>
                    <a:ext uri="{9D8B030D-6E8A-4147-A177-3AD203B41FA5}">
                      <a16:colId xmlns:a16="http://schemas.microsoft.com/office/drawing/2014/main" val="2920296838"/>
                    </a:ext>
                  </a:extLst>
                </a:gridCol>
                <a:gridCol w="478652">
                  <a:extLst>
                    <a:ext uri="{9D8B030D-6E8A-4147-A177-3AD203B41FA5}">
                      <a16:colId xmlns:a16="http://schemas.microsoft.com/office/drawing/2014/main" val="2876266411"/>
                    </a:ext>
                  </a:extLst>
                </a:gridCol>
                <a:gridCol w="1435957">
                  <a:extLst>
                    <a:ext uri="{9D8B030D-6E8A-4147-A177-3AD203B41FA5}">
                      <a16:colId xmlns:a16="http://schemas.microsoft.com/office/drawing/2014/main" val="1318794813"/>
                    </a:ext>
                  </a:extLst>
                </a:gridCol>
                <a:gridCol w="478652">
                  <a:extLst>
                    <a:ext uri="{9D8B030D-6E8A-4147-A177-3AD203B41FA5}">
                      <a16:colId xmlns:a16="http://schemas.microsoft.com/office/drawing/2014/main" val="392348234"/>
                    </a:ext>
                  </a:extLst>
                </a:gridCol>
                <a:gridCol w="957304">
                  <a:extLst>
                    <a:ext uri="{9D8B030D-6E8A-4147-A177-3AD203B41FA5}">
                      <a16:colId xmlns:a16="http://schemas.microsoft.com/office/drawing/2014/main" val="1960754779"/>
                    </a:ext>
                  </a:extLst>
                </a:gridCol>
                <a:gridCol w="1435957">
                  <a:extLst>
                    <a:ext uri="{9D8B030D-6E8A-4147-A177-3AD203B41FA5}">
                      <a16:colId xmlns:a16="http://schemas.microsoft.com/office/drawing/2014/main" val="2587972089"/>
                    </a:ext>
                  </a:extLst>
                </a:gridCol>
              </a:tblGrid>
              <a:tr h="3703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구분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동작 타입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컨셉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7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단계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7342522"/>
                  </a:ext>
                </a:extLst>
              </a:tr>
              <a:tr h="568521">
                <a:tc rowSpan="2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데미지</a:t>
                      </a:r>
                      <a:endParaRPr lang="en-US" altLang="ko-KR" sz="1000" b="1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추가 동작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광폭화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분노 상태 진입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준비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(0.5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몸이 떨리기 시작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진행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1]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(0.6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균열 발광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진행 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2]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(0.6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냉기 분출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완료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(0.7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포효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회수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(0.6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강화 상태 진입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1798336"/>
                  </a:ext>
                </a:extLst>
              </a:tr>
              <a:tr h="568521">
                <a:tc v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b="1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기절 진입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무력화 상태 돌입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준비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(0.4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균형 붕괴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진행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1]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(0.5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무릎 꿇기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진행 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2]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(0.8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손 뻗기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완료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(1.5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약점 노출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회수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(0.8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기절 유지 진입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7537317"/>
                  </a:ext>
                </a:extLst>
              </a:tr>
              <a:tr h="568521">
                <a:tc rowSpan="2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광폭화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후 전투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광폭 대기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광폭화 이후 강화 전투 자세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(0.4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몸을 낮추며 포효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(Loop)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거친 호흡 및 냉기 분출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(0.4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다음 행동 준비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96004293"/>
                  </a:ext>
                </a:extLst>
              </a:tr>
              <a:tr h="568521">
                <a:tc v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b="1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광폭 이동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광폭화 이후 공격적 이동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(0.2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몸을 크게 기울임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(Loop)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빠른 부유 이동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(0.2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자세 복귀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27608468"/>
                  </a:ext>
                </a:extLst>
              </a:tr>
              <a:tr h="568521">
                <a:tc rowSpan="3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연출 동작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 err="1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페이즈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전환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인간 형상 왜곡 변이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준비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(1.0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인간 형상 투영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진행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1]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(1.2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신체 균열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진행 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2]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(1.5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왜곡 변이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완료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(1.3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광폭화 및 포효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회수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(1.0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신규 </a:t>
                      </a:r>
                      <a:r>
                        <a:rPr lang="ko-KR" altLang="en-US" sz="1000" b="0" dirty="0" err="1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페이즈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진입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9948897"/>
                  </a:ext>
                </a:extLst>
              </a:tr>
              <a:tr h="568521">
                <a:tc v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b="1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사망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육체 붕괴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준비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(0.8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비틀거리며 중심 상실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진행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1]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(1.0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균열 확산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진행 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2]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(1.2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육체 붕괴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완료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(1.0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잔해화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회수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(1.0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완전 소멸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3252163"/>
                  </a:ext>
                </a:extLst>
              </a:tr>
              <a:tr h="568521">
                <a:tc v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b="1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정화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인간성 회복 후 소멸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준비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(1.0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경계하며 뒷걸음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진행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1]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(1.5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포옹 수용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진행 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2]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(2.0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인간 형상 복귀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완료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(1.5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미소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[</a:t>
                      </a: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회수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]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(1.0 </a:t>
                      </a: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  <a:r>
                        <a:rPr lang="en-US" altLang="ko-KR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)</a:t>
                      </a:r>
                    </a:p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b="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서서히 소멸</a:t>
                      </a:r>
                      <a:endParaRPr lang="en-US" altLang="ko-KR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4248931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BBD3B933-59EC-FD7E-6828-42E62A0FBC6D}"/>
              </a:ext>
            </a:extLst>
          </p:cNvPr>
          <p:cNvSpPr txBox="1"/>
          <p:nvPr/>
        </p:nvSpPr>
        <p:spPr>
          <a:xfrm>
            <a:off x="427915" y="509328"/>
            <a:ext cx="1133616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000" dirty="0">
                <a:solidFill>
                  <a:srgbClr val="BF5428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보스</a:t>
            </a:r>
            <a:r>
              <a:rPr lang="en-US" altLang="ko-KR" sz="3000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ko-KR" altLang="en-US" sz="3000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애니메이션 리스트 </a:t>
            </a:r>
            <a:r>
              <a:rPr lang="en-US" altLang="ko-KR" sz="3000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– </a:t>
            </a:r>
            <a:r>
              <a:rPr lang="ko-KR" altLang="en-US" sz="3000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데미지 추가 동작 </a:t>
            </a:r>
            <a:r>
              <a:rPr lang="en-US" altLang="ko-KR" sz="3000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/ </a:t>
            </a:r>
            <a:r>
              <a:rPr lang="ko-KR" altLang="en-US" sz="3000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연출 동작</a:t>
            </a:r>
            <a:endParaRPr lang="ko-KR" altLang="en-US" sz="3000" dirty="0">
              <a:solidFill>
                <a:srgbClr val="00B050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E807F586-337D-F760-94DC-75663A014868}"/>
              </a:ext>
            </a:extLst>
          </p:cNvPr>
          <p:cNvCxnSpPr>
            <a:cxnSpLocks/>
          </p:cNvCxnSpPr>
          <p:nvPr/>
        </p:nvCxnSpPr>
        <p:spPr>
          <a:xfrm>
            <a:off x="307694" y="1799970"/>
            <a:ext cx="11576611" cy="0"/>
          </a:xfrm>
          <a:prstGeom prst="line">
            <a:avLst/>
          </a:prstGeom>
          <a:ln w="25400">
            <a:solidFill>
              <a:srgbClr val="BF542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C3AD9BD6-36A7-AA61-284E-E9BC7E449F9D}"/>
              </a:ext>
            </a:extLst>
          </p:cNvPr>
          <p:cNvCxnSpPr>
            <a:cxnSpLocks/>
          </p:cNvCxnSpPr>
          <p:nvPr/>
        </p:nvCxnSpPr>
        <p:spPr>
          <a:xfrm>
            <a:off x="307694" y="5778960"/>
            <a:ext cx="11576611" cy="0"/>
          </a:xfrm>
          <a:prstGeom prst="line">
            <a:avLst/>
          </a:prstGeom>
          <a:ln w="1270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43B00765-6B65-859B-1C13-01A88E7F7C8F}"/>
              </a:ext>
            </a:extLst>
          </p:cNvPr>
          <p:cNvCxnSpPr>
            <a:cxnSpLocks/>
          </p:cNvCxnSpPr>
          <p:nvPr/>
        </p:nvCxnSpPr>
        <p:spPr>
          <a:xfrm>
            <a:off x="1120378" y="3504456"/>
            <a:ext cx="10763927" cy="0"/>
          </a:xfrm>
          <a:prstGeom prst="line">
            <a:avLst/>
          </a:prstGeom>
          <a:ln w="1270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03033E90-AA4A-3FE0-1F04-F177EB27DAC8}"/>
              </a:ext>
            </a:extLst>
          </p:cNvPr>
          <p:cNvCxnSpPr>
            <a:cxnSpLocks/>
          </p:cNvCxnSpPr>
          <p:nvPr/>
        </p:nvCxnSpPr>
        <p:spPr>
          <a:xfrm>
            <a:off x="1120378" y="5210002"/>
            <a:ext cx="10763927" cy="0"/>
          </a:xfrm>
          <a:prstGeom prst="line">
            <a:avLst/>
          </a:prstGeom>
          <a:ln w="1270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AA767FB1-CDB1-95DC-A572-B136139E4EE3}"/>
              </a:ext>
            </a:extLst>
          </p:cNvPr>
          <p:cNvCxnSpPr>
            <a:cxnSpLocks/>
          </p:cNvCxnSpPr>
          <p:nvPr/>
        </p:nvCxnSpPr>
        <p:spPr>
          <a:xfrm>
            <a:off x="1120378" y="2367808"/>
            <a:ext cx="10763927" cy="0"/>
          </a:xfrm>
          <a:prstGeom prst="line">
            <a:avLst/>
          </a:prstGeom>
          <a:ln w="1270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C0C35772-FD31-1188-E7A2-0F8F34313C1B}"/>
              </a:ext>
            </a:extLst>
          </p:cNvPr>
          <p:cNvCxnSpPr>
            <a:cxnSpLocks/>
          </p:cNvCxnSpPr>
          <p:nvPr/>
        </p:nvCxnSpPr>
        <p:spPr>
          <a:xfrm>
            <a:off x="307694" y="2937696"/>
            <a:ext cx="11576611" cy="0"/>
          </a:xfrm>
          <a:prstGeom prst="line">
            <a:avLst/>
          </a:prstGeom>
          <a:ln w="1270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586C5AEF-72BF-1C8C-90EA-FC6A4470258A}"/>
              </a:ext>
            </a:extLst>
          </p:cNvPr>
          <p:cNvCxnSpPr>
            <a:cxnSpLocks/>
          </p:cNvCxnSpPr>
          <p:nvPr/>
        </p:nvCxnSpPr>
        <p:spPr>
          <a:xfrm>
            <a:off x="307694" y="4073422"/>
            <a:ext cx="11576611" cy="0"/>
          </a:xfrm>
          <a:prstGeom prst="line">
            <a:avLst/>
          </a:prstGeom>
          <a:ln w="1270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077B5D62-8E7C-7C5D-9DE8-A5BB39F6EE6A}"/>
              </a:ext>
            </a:extLst>
          </p:cNvPr>
          <p:cNvCxnSpPr>
            <a:cxnSpLocks/>
          </p:cNvCxnSpPr>
          <p:nvPr/>
        </p:nvCxnSpPr>
        <p:spPr>
          <a:xfrm>
            <a:off x="1120378" y="4642072"/>
            <a:ext cx="10763927" cy="0"/>
          </a:xfrm>
          <a:prstGeom prst="line">
            <a:avLst/>
          </a:prstGeom>
          <a:ln w="1270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709977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/>
          <p:cNvSpPr/>
          <p:nvPr/>
        </p:nvSpPr>
        <p:spPr>
          <a:xfrm>
            <a:off x="2684856" y="757223"/>
            <a:ext cx="2178424" cy="540571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직사각형 3"/>
          <p:cNvSpPr/>
          <p:nvPr/>
        </p:nvSpPr>
        <p:spPr>
          <a:xfrm>
            <a:off x="2973968" y="474835"/>
            <a:ext cx="1600200" cy="564776"/>
          </a:xfrm>
          <a:prstGeom prst="rect">
            <a:avLst/>
          </a:prstGeom>
          <a:solidFill>
            <a:srgbClr val="FFFF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선택의 분기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2973968" y="133096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손에 비누칠</a:t>
            </a:r>
            <a:endParaRPr lang="en-US" altLang="ko-KR">
              <a:solidFill>
                <a:schemeClr val="tx1"/>
              </a:solidFill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2973968" y="230363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손 비눗방울</a:t>
            </a:r>
            <a:endParaRPr lang="en-US" altLang="ko-KR">
              <a:solidFill>
                <a:schemeClr val="tx1"/>
              </a:solidFill>
            </a:endParaRPr>
          </a:p>
          <a:p>
            <a:pPr algn="ctr"/>
            <a:r>
              <a:rPr lang="ko-KR" altLang="en-US">
                <a:solidFill>
                  <a:schemeClr val="tx1"/>
                </a:solidFill>
              </a:rPr>
              <a:t>준비</a:t>
            </a:r>
          </a:p>
        </p:txBody>
      </p:sp>
      <p:sp>
        <p:nvSpPr>
          <p:cNvPr id="7" name="직사각형 6"/>
          <p:cNvSpPr/>
          <p:nvPr/>
        </p:nvSpPr>
        <p:spPr>
          <a:xfrm>
            <a:off x="2973968" y="327630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비눗방울</a:t>
            </a:r>
            <a:endParaRPr lang="en-US" altLang="ko-KR">
              <a:solidFill>
                <a:schemeClr val="tx1"/>
              </a:solidFill>
            </a:endParaRPr>
          </a:p>
          <a:p>
            <a:pPr algn="ctr"/>
            <a:r>
              <a:rPr lang="ko-KR" altLang="en-US">
                <a:solidFill>
                  <a:schemeClr val="tx1"/>
                </a:solidFill>
              </a:rPr>
              <a:t>불기</a:t>
            </a:r>
          </a:p>
        </p:txBody>
      </p:sp>
      <p:cxnSp>
        <p:nvCxnSpPr>
          <p:cNvPr id="11" name="직선 화살표 연결선 10"/>
          <p:cNvCxnSpPr>
            <a:stCxn id="5" idx="2"/>
            <a:endCxn id="6" idx="0"/>
          </p:cNvCxnSpPr>
          <p:nvPr/>
        </p:nvCxnSpPr>
        <p:spPr>
          <a:xfrm>
            <a:off x="3774068" y="189574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/>
          <p:cNvCxnSpPr>
            <a:stCxn id="6" idx="2"/>
            <a:endCxn id="7" idx="0"/>
          </p:cNvCxnSpPr>
          <p:nvPr/>
        </p:nvCxnSpPr>
        <p:spPr>
          <a:xfrm>
            <a:off x="3774068" y="286841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직사각형 17"/>
          <p:cNvSpPr/>
          <p:nvPr/>
        </p:nvSpPr>
        <p:spPr>
          <a:xfrm>
            <a:off x="2973968" y="424897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비눗방울</a:t>
            </a:r>
            <a:endParaRPr lang="en-US" altLang="ko-KR">
              <a:solidFill>
                <a:schemeClr val="tx1"/>
              </a:solidFill>
            </a:endParaRPr>
          </a:p>
          <a:p>
            <a:pPr algn="ctr"/>
            <a:r>
              <a:rPr lang="ko-KR" altLang="en-US">
                <a:solidFill>
                  <a:schemeClr val="tx1"/>
                </a:solidFill>
              </a:rPr>
              <a:t>생성</a:t>
            </a:r>
          </a:p>
        </p:txBody>
      </p:sp>
      <p:cxnSp>
        <p:nvCxnSpPr>
          <p:cNvPr id="19" name="직선 화살표 연결선 18"/>
          <p:cNvCxnSpPr>
            <a:endCxn id="18" idx="0"/>
          </p:cNvCxnSpPr>
          <p:nvPr/>
        </p:nvCxnSpPr>
        <p:spPr>
          <a:xfrm>
            <a:off x="3774068" y="384108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직사각형 19"/>
          <p:cNvSpPr/>
          <p:nvPr/>
        </p:nvSpPr>
        <p:spPr>
          <a:xfrm>
            <a:off x="2973968" y="522164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비눗방울</a:t>
            </a:r>
            <a:endParaRPr lang="en-US" altLang="ko-KR">
              <a:solidFill>
                <a:schemeClr val="tx1"/>
              </a:solidFill>
            </a:endParaRPr>
          </a:p>
          <a:p>
            <a:pPr algn="ctr"/>
            <a:r>
              <a:rPr lang="ko-KR" altLang="en-US">
                <a:solidFill>
                  <a:schemeClr val="tx1"/>
                </a:solidFill>
              </a:rPr>
              <a:t>터뜨리기</a:t>
            </a:r>
          </a:p>
        </p:txBody>
      </p:sp>
      <p:cxnSp>
        <p:nvCxnSpPr>
          <p:cNvPr id="21" name="직선 화살표 연결선 20"/>
          <p:cNvCxnSpPr>
            <a:endCxn id="20" idx="0"/>
          </p:cNvCxnSpPr>
          <p:nvPr/>
        </p:nvCxnSpPr>
        <p:spPr>
          <a:xfrm>
            <a:off x="3774068" y="481375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직사각형 14"/>
          <p:cNvSpPr/>
          <p:nvPr/>
        </p:nvSpPr>
        <p:spPr>
          <a:xfrm>
            <a:off x="5374268" y="757223"/>
            <a:ext cx="2178424" cy="540571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/>
          <p:cNvSpPr/>
          <p:nvPr/>
        </p:nvSpPr>
        <p:spPr>
          <a:xfrm>
            <a:off x="5663380" y="474835"/>
            <a:ext cx="1600200" cy="564776"/>
          </a:xfrm>
          <a:prstGeom prst="rect">
            <a:avLst/>
          </a:prstGeom>
          <a:solidFill>
            <a:srgbClr val="FFFF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환영 폭주</a:t>
            </a:r>
          </a:p>
        </p:txBody>
      </p:sp>
      <p:sp>
        <p:nvSpPr>
          <p:cNvPr id="23" name="직사각형 22"/>
          <p:cNvSpPr/>
          <p:nvPr/>
        </p:nvSpPr>
        <p:spPr>
          <a:xfrm>
            <a:off x="5663380" y="133096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수면 잠옷</a:t>
            </a:r>
            <a:endParaRPr lang="en-US" altLang="ko-KR">
              <a:solidFill>
                <a:schemeClr val="tx1"/>
              </a:solidFill>
            </a:endParaRPr>
          </a:p>
          <a:p>
            <a:pPr algn="ctr"/>
            <a:r>
              <a:rPr lang="ko-KR" altLang="en-US">
                <a:solidFill>
                  <a:schemeClr val="tx1"/>
                </a:solidFill>
              </a:rPr>
              <a:t>요정봉</a:t>
            </a:r>
            <a:endParaRPr lang="en-US" altLang="ko-KR">
              <a:solidFill>
                <a:schemeClr val="tx1"/>
              </a:solidFill>
            </a:endParaRPr>
          </a:p>
        </p:txBody>
      </p:sp>
      <p:sp>
        <p:nvSpPr>
          <p:cNvPr id="24" name="직사각형 23"/>
          <p:cNvSpPr/>
          <p:nvPr/>
        </p:nvSpPr>
        <p:spPr>
          <a:xfrm>
            <a:off x="5663380" y="230363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자장가</a:t>
            </a:r>
          </a:p>
        </p:txBody>
      </p:sp>
      <p:sp>
        <p:nvSpPr>
          <p:cNvPr id="25" name="직사각형 24"/>
          <p:cNvSpPr/>
          <p:nvPr/>
        </p:nvSpPr>
        <p:spPr>
          <a:xfrm>
            <a:off x="5663380" y="327630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소환된 </a:t>
            </a:r>
            <a:endParaRPr lang="en-US" altLang="ko-KR">
              <a:solidFill>
                <a:schemeClr val="tx1"/>
              </a:solidFill>
            </a:endParaRPr>
          </a:p>
          <a:p>
            <a:pPr algn="ctr"/>
            <a:r>
              <a:rPr lang="ko-KR" altLang="en-US">
                <a:solidFill>
                  <a:schemeClr val="tx1"/>
                </a:solidFill>
              </a:rPr>
              <a:t>몬스터</a:t>
            </a:r>
            <a:r>
              <a:rPr lang="en-US" altLang="ko-KR">
                <a:solidFill>
                  <a:schemeClr val="tx1"/>
                </a:solidFill>
              </a:rPr>
              <a:t> </a:t>
            </a:r>
            <a:r>
              <a:rPr lang="ko-KR" altLang="en-US">
                <a:solidFill>
                  <a:schemeClr val="tx1"/>
                </a:solidFill>
              </a:rPr>
              <a:t>수면</a:t>
            </a:r>
          </a:p>
        </p:txBody>
      </p:sp>
      <p:cxnSp>
        <p:nvCxnSpPr>
          <p:cNvPr id="26" name="직선 화살표 연결선 25"/>
          <p:cNvCxnSpPr>
            <a:stCxn id="23" idx="2"/>
            <a:endCxn id="24" idx="0"/>
          </p:cNvCxnSpPr>
          <p:nvPr/>
        </p:nvCxnSpPr>
        <p:spPr>
          <a:xfrm>
            <a:off x="6463480" y="189574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/>
          <p:cNvCxnSpPr>
            <a:stCxn id="24" idx="2"/>
            <a:endCxn id="25" idx="0"/>
          </p:cNvCxnSpPr>
          <p:nvPr/>
        </p:nvCxnSpPr>
        <p:spPr>
          <a:xfrm>
            <a:off x="6463480" y="286841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직사각형 27"/>
          <p:cNvSpPr/>
          <p:nvPr/>
        </p:nvSpPr>
        <p:spPr>
          <a:xfrm>
            <a:off x="5663380" y="424897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몬스터 폭발</a:t>
            </a:r>
          </a:p>
        </p:txBody>
      </p:sp>
      <p:cxnSp>
        <p:nvCxnSpPr>
          <p:cNvPr id="29" name="직선 화살표 연결선 28"/>
          <p:cNvCxnSpPr>
            <a:endCxn id="28" idx="0"/>
          </p:cNvCxnSpPr>
          <p:nvPr/>
        </p:nvCxnSpPr>
        <p:spPr>
          <a:xfrm>
            <a:off x="6463480" y="384108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직사각형 29"/>
          <p:cNvSpPr/>
          <p:nvPr/>
        </p:nvSpPr>
        <p:spPr>
          <a:xfrm>
            <a:off x="5663380" y="522164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잠옷 개고</a:t>
            </a:r>
            <a:endParaRPr lang="en-US" altLang="ko-KR">
              <a:solidFill>
                <a:schemeClr val="tx1"/>
              </a:solidFill>
            </a:endParaRPr>
          </a:p>
          <a:p>
            <a:pPr algn="ctr"/>
            <a:r>
              <a:rPr lang="ko-KR" altLang="en-US">
                <a:solidFill>
                  <a:schemeClr val="tx1"/>
                </a:solidFill>
              </a:rPr>
              <a:t>요정봉 정리</a:t>
            </a:r>
          </a:p>
        </p:txBody>
      </p:sp>
      <p:cxnSp>
        <p:nvCxnSpPr>
          <p:cNvPr id="31" name="직선 화살표 연결선 30"/>
          <p:cNvCxnSpPr>
            <a:endCxn id="30" idx="0"/>
          </p:cNvCxnSpPr>
          <p:nvPr/>
        </p:nvCxnSpPr>
        <p:spPr>
          <a:xfrm>
            <a:off x="6463480" y="481375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직사각형 31"/>
          <p:cNvSpPr/>
          <p:nvPr/>
        </p:nvSpPr>
        <p:spPr>
          <a:xfrm>
            <a:off x="573668" y="3177694"/>
            <a:ext cx="1600200" cy="564776"/>
          </a:xfrm>
          <a:prstGeom prst="rect">
            <a:avLst/>
          </a:prstGeom>
          <a:solidFill>
            <a:srgbClr val="FFFF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IDLE</a:t>
            </a:r>
          </a:p>
          <a:p>
            <a:pPr algn="ctr"/>
            <a:r>
              <a:rPr lang="ko-KR" altLang="en-US">
                <a:solidFill>
                  <a:schemeClr val="tx1"/>
                </a:solidFill>
              </a:rPr>
              <a:t>도구 준비</a:t>
            </a:r>
          </a:p>
        </p:txBody>
      </p:sp>
      <p:sp>
        <p:nvSpPr>
          <p:cNvPr id="33" name="직사각형 32"/>
          <p:cNvSpPr/>
          <p:nvPr/>
        </p:nvSpPr>
        <p:spPr>
          <a:xfrm>
            <a:off x="8063680" y="757223"/>
            <a:ext cx="2178424" cy="540571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/>
          <p:cNvSpPr/>
          <p:nvPr/>
        </p:nvSpPr>
        <p:spPr>
          <a:xfrm>
            <a:off x="8352792" y="474835"/>
            <a:ext cx="1600200" cy="564776"/>
          </a:xfrm>
          <a:prstGeom prst="rect">
            <a:avLst/>
          </a:prstGeom>
          <a:solidFill>
            <a:srgbClr val="FFFF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행동 봉인</a:t>
            </a:r>
          </a:p>
        </p:txBody>
      </p:sp>
      <p:sp>
        <p:nvSpPr>
          <p:cNvPr id="36" name="직사각형 35"/>
          <p:cNvSpPr/>
          <p:nvPr/>
        </p:nvSpPr>
        <p:spPr>
          <a:xfrm>
            <a:off x="8352792" y="230363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수갑 </a:t>
            </a:r>
          </a:p>
        </p:txBody>
      </p:sp>
      <p:sp>
        <p:nvSpPr>
          <p:cNvPr id="37" name="직사각형 36"/>
          <p:cNvSpPr/>
          <p:nvPr/>
        </p:nvSpPr>
        <p:spPr>
          <a:xfrm>
            <a:off x="8352792" y="327630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수갑 채우기</a:t>
            </a:r>
          </a:p>
        </p:txBody>
      </p:sp>
      <p:cxnSp>
        <p:nvCxnSpPr>
          <p:cNvPr id="39" name="직선 화살표 연결선 38"/>
          <p:cNvCxnSpPr>
            <a:stCxn id="36" idx="2"/>
            <a:endCxn id="37" idx="0"/>
          </p:cNvCxnSpPr>
          <p:nvPr/>
        </p:nvCxnSpPr>
        <p:spPr>
          <a:xfrm>
            <a:off x="9152892" y="286841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직사각형 39"/>
          <p:cNvSpPr/>
          <p:nvPr/>
        </p:nvSpPr>
        <p:spPr>
          <a:xfrm>
            <a:off x="8352792" y="424897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감옥</a:t>
            </a:r>
          </a:p>
        </p:txBody>
      </p:sp>
      <p:cxnSp>
        <p:nvCxnSpPr>
          <p:cNvPr id="41" name="직선 화살표 연결선 40"/>
          <p:cNvCxnSpPr>
            <a:endCxn id="40" idx="0"/>
          </p:cNvCxnSpPr>
          <p:nvPr/>
        </p:nvCxnSpPr>
        <p:spPr>
          <a:xfrm>
            <a:off x="9152892" y="384108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41"/>
          <p:cNvSpPr/>
          <p:nvPr/>
        </p:nvSpPr>
        <p:spPr>
          <a:xfrm>
            <a:off x="8352792" y="522164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열쇠로</a:t>
            </a:r>
            <a:endParaRPr lang="en-US" altLang="ko-KR">
              <a:solidFill>
                <a:schemeClr val="tx1"/>
              </a:solidFill>
            </a:endParaRPr>
          </a:p>
          <a:p>
            <a:pPr algn="ctr"/>
            <a:r>
              <a:rPr lang="ko-KR" altLang="en-US">
                <a:solidFill>
                  <a:schemeClr val="tx1"/>
                </a:solidFill>
              </a:rPr>
              <a:t>석방</a:t>
            </a:r>
          </a:p>
        </p:txBody>
      </p:sp>
      <p:cxnSp>
        <p:nvCxnSpPr>
          <p:cNvPr id="43" name="직선 화살표 연결선 42"/>
          <p:cNvCxnSpPr>
            <a:endCxn id="42" idx="0"/>
          </p:cNvCxnSpPr>
          <p:nvPr/>
        </p:nvCxnSpPr>
        <p:spPr>
          <a:xfrm>
            <a:off x="9152892" y="481375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직사각형 43"/>
          <p:cNvSpPr/>
          <p:nvPr/>
        </p:nvSpPr>
        <p:spPr>
          <a:xfrm>
            <a:off x="7153102" y="6293224"/>
            <a:ext cx="399958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열쇠로 열어줄 때 공격하면</a:t>
            </a:r>
            <a:endParaRPr lang="en-US" altLang="ko-KR">
              <a:solidFill>
                <a:schemeClr val="tx1"/>
              </a:solidFill>
            </a:endParaRPr>
          </a:p>
          <a:p>
            <a:pPr algn="ctr"/>
            <a:r>
              <a:rPr lang="ko-KR" altLang="en-US">
                <a:solidFill>
                  <a:schemeClr val="tx1"/>
                </a:solidFill>
              </a:rPr>
              <a:t>바로 다시 갇히게 하는 건 어떨까</a:t>
            </a:r>
            <a:r>
              <a:rPr lang="en-US" altLang="ko-KR">
                <a:solidFill>
                  <a:schemeClr val="tx1"/>
                </a:solidFill>
              </a:rPr>
              <a:t>?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5" name="직사각형 44"/>
          <p:cNvSpPr/>
          <p:nvPr/>
        </p:nvSpPr>
        <p:spPr>
          <a:xfrm>
            <a:off x="10455017" y="230363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원거리 공격만 가능</a:t>
            </a:r>
          </a:p>
        </p:txBody>
      </p:sp>
      <p:sp>
        <p:nvSpPr>
          <p:cNvPr id="46" name="직사각형 45"/>
          <p:cNvSpPr/>
          <p:nvPr/>
        </p:nvSpPr>
        <p:spPr>
          <a:xfrm>
            <a:off x="10455017" y="2993917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근거리 공격 시 수갑 채움</a:t>
            </a:r>
          </a:p>
        </p:txBody>
      </p:sp>
      <p:sp>
        <p:nvSpPr>
          <p:cNvPr id="47" name="직사각형 46"/>
          <p:cNvSpPr/>
          <p:nvPr/>
        </p:nvSpPr>
        <p:spPr>
          <a:xfrm>
            <a:off x="8352792" y="1326921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경찰복 </a:t>
            </a:r>
          </a:p>
        </p:txBody>
      </p:sp>
      <p:sp>
        <p:nvSpPr>
          <p:cNvPr id="48" name="직사각형 47"/>
          <p:cNvSpPr/>
          <p:nvPr/>
        </p:nvSpPr>
        <p:spPr>
          <a:xfrm>
            <a:off x="132481" y="4133182"/>
            <a:ext cx="2339462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이런 느낌으로</a:t>
            </a:r>
            <a:endParaRPr lang="en-US" altLang="ko-KR">
              <a:solidFill>
                <a:schemeClr val="tx1"/>
              </a:solidFill>
            </a:endParaRPr>
          </a:p>
          <a:p>
            <a:pPr algn="ctr"/>
            <a:r>
              <a:rPr lang="ko-KR" altLang="en-US">
                <a:solidFill>
                  <a:schemeClr val="tx1"/>
                </a:solidFill>
              </a:rPr>
              <a:t>여러 개 불 수도 ㅇ</a:t>
            </a:r>
          </a:p>
        </p:txBody>
      </p:sp>
      <p:sp>
        <p:nvSpPr>
          <p:cNvPr id="2" name="타원 1"/>
          <p:cNvSpPr/>
          <p:nvPr/>
        </p:nvSpPr>
        <p:spPr>
          <a:xfrm>
            <a:off x="835031" y="4987841"/>
            <a:ext cx="514808" cy="4538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타원 48"/>
          <p:cNvSpPr/>
          <p:nvPr/>
        </p:nvSpPr>
        <p:spPr>
          <a:xfrm>
            <a:off x="1347929" y="4987841"/>
            <a:ext cx="514808" cy="4538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타원 49"/>
          <p:cNvSpPr/>
          <p:nvPr/>
        </p:nvSpPr>
        <p:spPr>
          <a:xfrm>
            <a:off x="737311" y="5236635"/>
            <a:ext cx="610617" cy="38974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타원 51"/>
          <p:cNvSpPr/>
          <p:nvPr/>
        </p:nvSpPr>
        <p:spPr>
          <a:xfrm>
            <a:off x="1351099" y="5221645"/>
            <a:ext cx="610617" cy="38974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91629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/>
          <p:cNvSpPr/>
          <p:nvPr/>
        </p:nvSpPr>
        <p:spPr>
          <a:xfrm>
            <a:off x="2684856" y="1708879"/>
            <a:ext cx="2178424" cy="350240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직사각형 3"/>
          <p:cNvSpPr/>
          <p:nvPr/>
        </p:nvSpPr>
        <p:spPr>
          <a:xfrm>
            <a:off x="2973968" y="1326921"/>
            <a:ext cx="1600200" cy="564776"/>
          </a:xfrm>
          <a:prstGeom prst="rect">
            <a:avLst/>
          </a:prstGeom>
          <a:solidFill>
            <a:srgbClr val="FFFF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선택의 분기</a:t>
            </a:r>
          </a:p>
        </p:txBody>
      </p:sp>
      <p:sp>
        <p:nvSpPr>
          <p:cNvPr id="6" name="직사각형 5"/>
          <p:cNvSpPr/>
          <p:nvPr/>
        </p:nvSpPr>
        <p:spPr>
          <a:xfrm>
            <a:off x="2973968" y="230363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손 비눗방울</a:t>
            </a:r>
            <a:endParaRPr lang="en-US" altLang="ko-KR">
              <a:solidFill>
                <a:schemeClr val="tx1"/>
              </a:solidFill>
            </a:endParaRPr>
          </a:p>
          <a:p>
            <a:pPr algn="ctr"/>
            <a:r>
              <a:rPr lang="ko-KR" altLang="en-US">
                <a:solidFill>
                  <a:schemeClr val="tx1"/>
                </a:solidFill>
              </a:rPr>
              <a:t>준비</a:t>
            </a:r>
          </a:p>
        </p:txBody>
      </p:sp>
      <p:sp>
        <p:nvSpPr>
          <p:cNvPr id="7" name="직사각형 6"/>
          <p:cNvSpPr/>
          <p:nvPr/>
        </p:nvSpPr>
        <p:spPr>
          <a:xfrm>
            <a:off x="2973968" y="327630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비눗방울</a:t>
            </a:r>
            <a:endParaRPr lang="en-US" altLang="ko-KR">
              <a:solidFill>
                <a:schemeClr val="tx1"/>
              </a:solidFill>
            </a:endParaRPr>
          </a:p>
          <a:p>
            <a:pPr algn="ctr"/>
            <a:r>
              <a:rPr lang="ko-KR" altLang="en-US">
                <a:solidFill>
                  <a:schemeClr val="tx1"/>
                </a:solidFill>
              </a:rPr>
              <a:t>불기</a:t>
            </a:r>
          </a:p>
        </p:txBody>
      </p:sp>
      <p:cxnSp>
        <p:nvCxnSpPr>
          <p:cNvPr id="14" name="직선 화살표 연결선 13"/>
          <p:cNvCxnSpPr>
            <a:stCxn id="6" idx="2"/>
            <a:endCxn id="7" idx="0"/>
          </p:cNvCxnSpPr>
          <p:nvPr/>
        </p:nvCxnSpPr>
        <p:spPr>
          <a:xfrm>
            <a:off x="3774068" y="286841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직사각형 17"/>
          <p:cNvSpPr/>
          <p:nvPr/>
        </p:nvSpPr>
        <p:spPr>
          <a:xfrm>
            <a:off x="2973968" y="424897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비눗방울</a:t>
            </a:r>
            <a:endParaRPr lang="en-US" altLang="ko-KR">
              <a:solidFill>
                <a:schemeClr val="tx1"/>
              </a:solidFill>
            </a:endParaRPr>
          </a:p>
          <a:p>
            <a:pPr algn="ctr"/>
            <a:r>
              <a:rPr lang="ko-KR" altLang="en-US">
                <a:solidFill>
                  <a:schemeClr val="tx1"/>
                </a:solidFill>
              </a:rPr>
              <a:t>생성</a:t>
            </a:r>
          </a:p>
        </p:txBody>
      </p:sp>
      <p:cxnSp>
        <p:nvCxnSpPr>
          <p:cNvPr id="19" name="직선 화살표 연결선 18"/>
          <p:cNvCxnSpPr>
            <a:endCxn id="18" idx="0"/>
          </p:cNvCxnSpPr>
          <p:nvPr/>
        </p:nvCxnSpPr>
        <p:spPr>
          <a:xfrm>
            <a:off x="3774068" y="384108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직사각형 14"/>
          <p:cNvSpPr/>
          <p:nvPr/>
        </p:nvSpPr>
        <p:spPr>
          <a:xfrm>
            <a:off x="5374268" y="757223"/>
            <a:ext cx="2178424" cy="540571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/>
          <p:cNvSpPr/>
          <p:nvPr/>
        </p:nvSpPr>
        <p:spPr>
          <a:xfrm>
            <a:off x="5663380" y="474835"/>
            <a:ext cx="1600200" cy="564776"/>
          </a:xfrm>
          <a:prstGeom prst="rect">
            <a:avLst/>
          </a:prstGeom>
          <a:solidFill>
            <a:srgbClr val="FFFF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환영 폭주</a:t>
            </a:r>
          </a:p>
        </p:txBody>
      </p:sp>
      <p:sp>
        <p:nvSpPr>
          <p:cNvPr id="23" name="직사각형 22"/>
          <p:cNvSpPr/>
          <p:nvPr/>
        </p:nvSpPr>
        <p:spPr>
          <a:xfrm>
            <a:off x="5663380" y="133096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수면 잠옷</a:t>
            </a:r>
            <a:endParaRPr lang="en-US" altLang="ko-KR">
              <a:solidFill>
                <a:schemeClr val="tx1"/>
              </a:solidFill>
            </a:endParaRPr>
          </a:p>
          <a:p>
            <a:pPr algn="ctr"/>
            <a:r>
              <a:rPr lang="ko-KR" altLang="en-US">
                <a:solidFill>
                  <a:schemeClr val="tx1"/>
                </a:solidFill>
              </a:rPr>
              <a:t>요정봉</a:t>
            </a:r>
            <a:endParaRPr lang="en-US" altLang="ko-KR">
              <a:solidFill>
                <a:schemeClr val="tx1"/>
              </a:solidFill>
            </a:endParaRPr>
          </a:p>
        </p:txBody>
      </p:sp>
      <p:sp>
        <p:nvSpPr>
          <p:cNvPr id="24" name="직사각형 23"/>
          <p:cNvSpPr/>
          <p:nvPr/>
        </p:nvSpPr>
        <p:spPr>
          <a:xfrm>
            <a:off x="5663380" y="230363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자장가</a:t>
            </a:r>
          </a:p>
        </p:txBody>
      </p:sp>
      <p:sp>
        <p:nvSpPr>
          <p:cNvPr id="25" name="직사각형 24"/>
          <p:cNvSpPr/>
          <p:nvPr/>
        </p:nvSpPr>
        <p:spPr>
          <a:xfrm>
            <a:off x="5663380" y="327630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소환된 </a:t>
            </a:r>
            <a:endParaRPr lang="en-US" altLang="ko-KR">
              <a:solidFill>
                <a:schemeClr val="tx1"/>
              </a:solidFill>
            </a:endParaRPr>
          </a:p>
          <a:p>
            <a:pPr algn="ctr"/>
            <a:r>
              <a:rPr lang="ko-KR" altLang="en-US">
                <a:solidFill>
                  <a:schemeClr val="tx1"/>
                </a:solidFill>
              </a:rPr>
              <a:t>몬스터</a:t>
            </a:r>
            <a:r>
              <a:rPr lang="en-US" altLang="ko-KR">
                <a:solidFill>
                  <a:schemeClr val="tx1"/>
                </a:solidFill>
              </a:rPr>
              <a:t> </a:t>
            </a:r>
            <a:r>
              <a:rPr lang="ko-KR" altLang="en-US">
                <a:solidFill>
                  <a:schemeClr val="tx1"/>
                </a:solidFill>
              </a:rPr>
              <a:t>수면</a:t>
            </a:r>
          </a:p>
        </p:txBody>
      </p:sp>
      <p:cxnSp>
        <p:nvCxnSpPr>
          <p:cNvPr id="26" name="직선 화살표 연결선 25"/>
          <p:cNvCxnSpPr>
            <a:stCxn id="23" idx="2"/>
            <a:endCxn id="24" idx="0"/>
          </p:cNvCxnSpPr>
          <p:nvPr/>
        </p:nvCxnSpPr>
        <p:spPr>
          <a:xfrm>
            <a:off x="6463480" y="189574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/>
          <p:cNvCxnSpPr>
            <a:stCxn id="24" idx="2"/>
            <a:endCxn id="25" idx="0"/>
          </p:cNvCxnSpPr>
          <p:nvPr/>
        </p:nvCxnSpPr>
        <p:spPr>
          <a:xfrm>
            <a:off x="6463480" y="286841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직사각형 27"/>
          <p:cNvSpPr/>
          <p:nvPr/>
        </p:nvSpPr>
        <p:spPr>
          <a:xfrm>
            <a:off x="5663380" y="424897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몬스터 폭발</a:t>
            </a:r>
          </a:p>
        </p:txBody>
      </p:sp>
      <p:cxnSp>
        <p:nvCxnSpPr>
          <p:cNvPr id="29" name="직선 화살표 연결선 28"/>
          <p:cNvCxnSpPr>
            <a:endCxn id="28" idx="0"/>
          </p:cNvCxnSpPr>
          <p:nvPr/>
        </p:nvCxnSpPr>
        <p:spPr>
          <a:xfrm>
            <a:off x="6463480" y="384108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직사각형 29"/>
          <p:cNvSpPr/>
          <p:nvPr/>
        </p:nvSpPr>
        <p:spPr>
          <a:xfrm>
            <a:off x="5663380" y="522164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잠옷 개고</a:t>
            </a:r>
            <a:endParaRPr lang="en-US" altLang="ko-KR">
              <a:solidFill>
                <a:schemeClr val="tx1"/>
              </a:solidFill>
            </a:endParaRPr>
          </a:p>
          <a:p>
            <a:pPr algn="ctr"/>
            <a:r>
              <a:rPr lang="ko-KR" altLang="en-US">
                <a:solidFill>
                  <a:schemeClr val="tx1"/>
                </a:solidFill>
              </a:rPr>
              <a:t>요정봉 정리</a:t>
            </a:r>
          </a:p>
        </p:txBody>
      </p:sp>
      <p:cxnSp>
        <p:nvCxnSpPr>
          <p:cNvPr id="31" name="직선 화살표 연결선 30"/>
          <p:cNvCxnSpPr>
            <a:endCxn id="30" idx="0"/>
          </p:cNvCxnSpPr>
          <p:nvPr/>
        </p:nvCxnSpPr>
        <p:spPr>
          <a:xfrm>
            <a:off x="6463480" y="481375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직사각형 31"/>
          <p:cNvSpPr/>
          <p:nvPr/>
        </p:nvSpPr>
        <p:spPr>
          <a:xfrm>
            <a:off x="573668" y="3177694"/>
            <a:ext cx="1600200" cy="564776"/>
          </a:xfrm>
          <a:prstGeom prst="rect">
            <a:avLst/>
          </a:prstGeom>
          <a:solidFill>
            <a:srgbClr val="FFFF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IDLE</a:t>
            </a:r>
          </a:p>
          <a:p>
            <a:pPr algn="ctr"/>
            <a:r>
              <a:rPr lang="ko-KR" altLang="en-US">
                <a:solidFill>
                  <a:schemeClr val="tx1"/>
                </a:solidFill>
              </a:rPr>
              <a:t>도구 준비</a:t>
            </a:r>
          </a:p>
        </p:txBody>
      </p:sp>
      <p:sp>
        <p:nvSpPr>
          <p:cNvPr id="33" name="직사각형 32"/>
          <p:cNvSpPr/>
          <p:nvPr/>
        </p:nvSpPr>
        <p:spPr>
          <a:xfrm>
            <a:off x="8063680" y="757223"/>
            <a:ext cx="2178424" cy="540571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/>
          <p:cNvSpPr/>
          <p:nvPr/>
        </p:nvSpPr>
        <p:spPr>
          <a:xfrm>
            <a:off x="8352792" y="474835"/>
            <a:ext cx="1600200" cy="564776"/>
          </a:xfrm>
          <a:prstGeom prst="rect">
            <a:avLst/>
          </a:prstGeom>
          <a:solidFill>
            <a:srgbClr val="FFFF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행동 봉인</a:t>
            </a:r>
          </a:p>
        </p:txBody>
      </p:sp>
      <p:sp>
        <p:nvSpPr>
          <p:cNvPr id="36" name="직사각형 35"/>
          <p:cNvSpPr/>
          <p:nvPr/>
        </p:nvSpPr>
        <p:spPr>
          <a:xfrm>
            <a:off x="8352792" y="230363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수갑 </a:t>
            </a:r>
          </a:p>
        </p:txBody>
      </p:sp>
      <p:sp>
        <p:nvSpPr>
          <p:cNvPr id="37" name="직사각형 36"/>
          <p:cNvSpPr/>
          <p:nvPr/>
        </p:nvSpPr>
        <p:spPr>
          <a:xfrm>
            <a:off x="8352792" y="327630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수갑 채우기</a:t>
            </a:r>
          </a:p>
        </p:txBody>
      </p:sp>
      <p:cxnSp>
        <p:nvCxnSpPr>
          <p:cNvPr id="39" name="직선 화살표 연결선 38"/>
          <p:cNvCxnSpPr>
            <a:stCxn id="36" idx="2"/>
            <a:endCxn id="37" idx="0"/>
          </p:cNvCxnSpPr>
          <p:nvPr/>
        </p:nvCxnSpPr>
        <p:spPr>
          <a:xfrm>
            <a:off x="9152892" y="286841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직사각형 39"/>
          <p:cNvSpPr/>
          <p:nvPr/>
        </p:nvSpPr>
        <p:spPr>
          <a:xfrm>
            <a:off x="8352792" y="424897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감옥</a:t>
            </a:r>
          </a:p>
        </p:txBody>
      </p:sp>
      <p:cxnSp>
        <p:nvCxnSpPr>
          <p:cNvPr id="41" name="직선 화살표 연결선 40"/>
          <p:cNvCxnSpPr>
            <a:endCxn id="40" idx="0"/>
          </p:cNvCxnSpPr>
          <p:nvPr/>
        </p:nvCxnSpPr>
        <p:spPr>
          <a:xfrm>
            <a:off x="9152892" y="384108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41"/>
          <p:cNvSpPr/>
          <p:nvPr/>
        </p:nvSpPr>
        <p:spPr>
          <a:xfrm>
            <a:off x="8352792" y="522164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열쇠로</a:t>
            </a:r>
            <a:endParaRPr lang="en-US" altLang="ko-KR">
              <a:solidFill>
                <a:schemeClr val="tx1"/>
              </a:solidFill>
            </a:endParaRPr>
          </a:p>
          <a:p>
            <a:pPr algn="ctr"/>
            <a:r>
              <a:rPr lang="ko-KR" altLang="en-US">
                <a:solidFill>
                  <a:schemeClr val="tx1"/>
                </a:solidFill>
              </a:rPr>
              <a:t>석방</a:t>
            </a:r>
          </a:p>
        </p:txBody>
      </p:sp>
      <p:cxnSp>
        <p:nvCxnSpPr>
          <p:cNvPr id="43" name="직선 화살표 연결선 42"/>
          <p:cNvCxnSpPr>
            <a:endCxn id="42" idx="0"/>
          </p:cNvCxnSpPr>
          <p:nvPr/>
        </p:nvCxnSpPr>
        <p:spPr>
          <a:xfrm>
            <a:off x="9152892" y="481375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직사각형 43"/>
          <p:cNvSpPr/>
          <p:nvPr/>
        </p:nvSpPr>
        <p:spPr>
          <a:xfrm>
            <a:off x="7153102" y="6293224"/>
            <a:ext cx="399958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열쇠로 열어줄 때 공격하면</a:t>
            </a:r>
            <a:endParaRPr lang="en-US" altLang="ko-KR">
              <a:solidFill>
                <a:schemeClr val="tx1"/>
              </a:solidFill>
            </a:endParaRPr>
          </a:p>
          <a:p>
            <a:pPr algn="ctr"/>
            <a:r>
              <a:rPr lang="ko-KR" altLang="en-US">
                <a:solidFill>
                  <a:schemeClr val="tx1"/>
                </a:solidFill>
              </a:rPr>
              <a:t>바로 다시 갇히게 하는 건 어떨까</a:t>
            </a:r>
            <a:r>
              <a:rPr lang="en-US" altLang="ko-KR">
                <a:solidFill>
                  <a:schemeClr val="tx1"/>
                </a:solidFill>
              </a:rPr>
              <a:t>?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5" name="직사각형 44"/>
          <p:cNvSpPr/>
          <p:nvPr/>
        </p:nvSpPr>
        <p:spPr>
          <a:xfrm>
            <a:off x="10455017" y="230363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원거리 공격만 가능</a:t>
            </a:r>
          </a:p>
        </p:txBody>
      </p:sp>
      <p:sp>
        <p:nvSpPr>
          <p:cNvPr id="46" name="직사각형 45"/>
          <p:cNvSpPr/>
          <p:nvPr/>
        </p:nvSpPr>
        <p:spPr>
          <a:xfrm>
            <a:off x="10455017" y="2993917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근거리 공격 시 수갑 채움</a:t>
            </a:r>
          </a:p>
        </p:txBody>
      </p:sp>
      <p:sp>
        <p:nvSpPr>
          <p:cNvPr id="47" name="직사각형 46"/>
          <p:cNvSpPr/>
          <p:nvPr/>
        </p:nvSpPr>
        <p:spPr>
          <a:xfrm>
            <a:off x="8352792" y="1326921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경찰복 </a:t>
            </a:r>
          </a:p>
        </p:txBody>
      </p:sp>
      <p:sp>
        <p:nvSpPr>
          <p:cNvPr id="48" name="직사각형 47"/>
          <p:cNvSpPr/>
          <p:nvPr/>
        </p:nvSpPr>
        <p:spPr>
          <a:xfrm>
            <a:off x="132481" y="4133182"/>
            <a:ext cx="2339462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이런 느낌으로</a:t>
            </a:r>
            <a:endParaRPr lang="en-US" altLang="ko-KR">
              <a:solidFill>
                <a:schemeClr val="tx1"/>
              </a:solidFill>
            </a:endParaRPr>
          </a:p>
          <a:p>
            <a:pPr algn="ctr"/>
            <a:r>
              <a:rPr lang="ko-KR" altLang="en-US">
                <a:solidFill>
                  <a:schemeClr val="tx1"/>
                </a:solidFill>
              </a:rPr>
              <a:t>여러 개 불 수도 ㅇ</a:t>
            </a:r>
          </a:p>
        </p:txBody>
      </p:sp>
      <p:sp>
        <p:nvSpPr>
          <p:cNvPr id="2" name="타원 1"/>
          <p:cNvSpPr/>
          <p:nvPr/>
        </p:nvSpPr>
        <p:spPr>
          <a:xfrm>
            <a:off x="835031" y="4987841"/>
            <a:ext cx="514808" cy="4538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타원 48"/>
          <p:cNvSpPr/>
          <p:nvPr/>
        </p:nvSpPr>
        <p:spPr>
          <a:xfrm>
            <a:off x="1347929" y="4987841"/>
            <a:ext cx="514808" cy="4538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타원 49"/>
          <p:cNvSpPr/>
          <p:nvPr/>
        </p:nvSpPr>
        <p:spPr>
          <a:xfrm>
            <a:off x="737311" y="5236635"/>
            <a:ext cx="610617" cy="38974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타원 51"/>
          <p:cNvSpPr/>
          <p:nvPr/>
        </p:nvSpPr>
        <p:spPr>
          <a:xfrm>
            <a:off x="1351099" y="5221645"/>
            <a:ext cx="610617" cy="38974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/>
          <p:cNvSpPr/>
          <p:nvPr/>
        </p:nvSpPr>
        <p:spPr>
          <a:xfrm>
            <a:off x="3374018" y="175032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NPC </a:t>
            </a:r>
            <a:r>
              <a:rPr lang="ko-KR" altLang="en-US">
                <a:solidFill>
                  <a:schemeClr val="tx1"/>
                </a:solidFill>
              </a:rPr>
              <a:t>변이 후 바로 진행</a:t>
            </a:r>
          </a:p>
        </p:txBody>
      </p:sp>
    </p:spTree>
    <p:extLst>
      <p:ext uri="{BB962C8B-B14F-4D97-AF65-F5344CB8AC3E}">
        <p14:creationId xmlns:p14="http://schemas.microsoft.com/office/powerpoint/2010/main" val="18978833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/>
          <p:cNvSpPr/>
          <p:nvPr/>
        </p:nvSpPr>
        <p:spPr>
          <a:xfrm>
            <a:off x="2324554" y="1708879"/>
            <a:ext cx="2178424" cy="350240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00"/>
          </a:p>
        </p:txBody>
      </p:sp>
      <p:sp>
        <p:nvSpPr>
          <p:cNvPr id="4" name="직사각형 3"/>
          <p:cNvSpPr/>
          <p:nvPr/>
        </p:nvSpPr>
        <p:spPr>
          <a:xfrm>
            <a:off x="2613666" y="1326921"/>
            <a:ext cx="1600200" cy="564776"/>
          </a:xfrm>
          <a:prstGeom prst="rect">
            <a:avLst/>
          </a:prstGeom>
          <a:solidFill>
            <a:srgbClr val="FFFF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>
                <a:solidFill>
                  <a:schemeClr val="tx1"/>
                </a:solidFill>
              </a:rPr>
              <a:t>선택의 분기</a:t>
            </a:r>
          </a:p>
        </p:txBody>
      </p:sp>
      <p:sp>
        <p:nvSpPr>
          <p:cNvPr id="6" name="직사각형 5"/>
          <p:cNvSpPr/>
          <p:nvPr/>
        </p:nvSpPr>
        <p:spPr>
          <a:xfrm>
            <a:off x="2613666" y="230363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>
                <a:solidFill>
                  <a:schemeClr val="tx1"/>
                </a:solidFill>
              </a:rPr>
              <a:t>손 비눗방울</a:t>
            </a:r>
            <a:endParaRPr lang="en-US" altLang="ko-KR" sz="1500">
              <a:solidFill>
                <a:schemeClr val="tx1"/>
              </a:solidFill>
            </a:endParaRPr>
          </a:p>
          <a:p>
            <a:pPr algn="ctr"/>
            <a:r>
              <a:rPr lang="ko-KR" altLang="en-US" sz="1500">
                <a:solidFill>
                  <a:schemeClr val="tx1"/>
                </a:solidFill>
              </a:rPr>
              <a:t>준비</a:t>
            </a:r>
          </a:p>
        </p:txBody>
      </p:sp>
      <p:sp>
        <p:nvSpPr>
          <p:cNvPr id="7" name="직사각형 6"/>
          <p:cNvSpPr/>
          <p:nvPr/>
        </p:nvSpPr>
        <p:spPr>
          <a:xfrm>
            <a:off x="2613666" y="327630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>
                <a:solidFill>
                  <a:schemeClr val="tx1"/>
                </a:solidFill>
              </a:rPr>
              <a:t>비눗방울</a:t>
            </a:r>
            <a:endParaRPr lang="en-US" altLang="ko-KR" sz="1500">
              <a:solidFill>
                <a:schemeClr val="tx1"/>
              </a:solidFill>
            </a:endParaRPr>
          </a:p>
          <a:p>
            <a:pPr algn="ctr"/>
            <a:r>
              <a:rPr lang="ko-KR" altLang="en-US" sz="1500">
                <a:solidFill>
                  <a:schemeClr val="tx1"/>
                </a:solidFill>
              </a:rPr>
              <a:t>불기</a:t>
            </a:r>
          </a:p>
        </p:txBody>
      </p:sp>
      <p:cxnSp>
        <p:nvCxnSpPr>
          <p:cNvPr id="14" name="직선 화살표 연결선 13"/>
          <p:cNvCxnSpPr>
            <a:stCxn id="6" idx="2"/>
            <a:endCxn id="7" idx="0"/>
          </p:cNvCxnSpPr>
          <p:nvPr/>
        </p:nvCxnSpPr>
        <p:spPr>
          <a:xfrm>
            <a:off x="3413766" y="286841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직사각형 17"/>
          <p:cNvSpPr/>
          <p:nvPr/>
        </p:nvSpPr>
        <p:spPr>
          <a:xfrm>
            <a:off x="2613666" y="424897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>
                <a:solidFill>
                  <a:schemeClr val="tx1"/>
                </a:solidFill>
              </a:rPr>
              <a:t>비눗방울</a:t>
            </a:r>
            <a:endParaRPr lang="en-US" altLang="ko-KR" sz="1500">
              <a:solidFill>
                <a:schemeClr val="tx1"/>
              </a:solidFill>
            </a:endParaRPr>
          </a:p>
          <a:p>
            <a:pPr algn="ctr"/>
            <a:r>
              <a:rPr lang="ko-KR" altLang="en-US" sz="1500">
                <a:solidFill>
                  <a:schemeClr val="tx1"/>
                </a:solidFill>
              </a:rPr>
              <a:t>생성</a:t>
            </a:r>
          </a:p>
        </p:txBody>
      </p:sp>
      <p:cxnSp>
        <p:nvCxnSpPr>
          <p:cNvPr id="19" name="직선 화살표 연결선 18"/>
          <p:cNvCxnSpPr>
            <a:endCxn id="18" idx="0"/>
          </p:cNvCxnSpPr>
          <p:nvPr/>
        </p:nvCxnSpPr>
        <p:spPr>
          <a:xfrm>
            <a:off x="3413766" y="384108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직사각형 14"/>
          <p:cNvSpPr/>
          <p:nvPr/>
        </p:nvSpPr>
        <p:spPr>
          <a:xfrm>
            <a:off x="4952199" y="757223"/>
            <a:ext cx="2178424" cy="540571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00"/>
          </a:p>
        </p:txBody>
      </p:sp>
      <p:sp>
        <p:nvSpPr>
          <p:cNvPr id="16" name="직사각형 15"/>
          <p:cNvSpPr/>
          <p:nvPr/>
        </p:nvSpPr>
        <p:spPr>
          <a:xfrm>
            <a:off x="5241311" y="474835"/>
            <a:ext cx="1600200" cy="564776"/>
          </a:xfrm>
          <a:prstGeom prst="rect">
            <a:avLst/>
          </a:prstGeom>
          <a:solidFill>
            <a:srgbClr val="FFFF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>
                <a:solidFill>
                  <a:schemeClr val="tx1"/>
                </a:solidFill>
              </a:rPr>
              <a:t>환영 폭주</a:t>
            </a:r>
          </a:p>
        </p:txBody>
      </p:sp>
      <p:sp>
        <p:nvSpPr>
          <p:cNvPr id="23" name="직사각형 22"/>
          <p:cNvSpPr/>
          <p:nvPr/>
        </p:nvSpPr>
        <p:spPr>
          <a:xfrm>
            <a:off x="5241311" y="133096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>
                <a:solidFill>
                  <a:schemeClr val="tx1"/>
                </a:solidFill>
              </a:rPr>
              <a:t>수면 잠옷</a:t>
            </a:r>
            <a:endParaRPr lang="en-US" altLang="ko-KR" sz="1500">
              <a:solidFill>
                <a:schemeClr val="tx1"/>
              </a:solidFill>
            </a:endParaRPr>
          </a:p>
          <a:p>
            <a:pPr algn="ctr"/>
            <a:r>
              <a:rPr lang="ko-KR" altLang="en-US" sz="1500">
                <a:solidFill>
                  <a:schemeClr val="tx1"/>
                </a:solidFill>
              </a:rPr>
              <a:t>요정봉</a:t>
            </a:r>
            <a:endParaRPr lang="en-US" altLang="ko-KR" sz="1500">
              <a:solidFill>
                <a:schemeClr val="tx1"/>
              </a:solidFill>
            </a:endParaRPr>
          </a:p>
        </p:txBody>
      </p:sp>
      <p:sp>
        <p:nvSpPr>
          <p:cNvPr id="24" name="직사각형 23"/>
          <p:cNvSpPr/>
          <p:nvPr/>
        </p:nvSpPr>
        <p:spPr>
          <a:xfrm>
            <a:off x="5241311" y="230363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>
                <a:solidFill>
                  <a:schemeClr val="tx1"/>
                </a:solidFill>
              </a:rPr>
              <a:t>자장가</a:t>
            </a:r>
          </a:p>
        </p:txBody>
      </p:sp>
      <p:sp>
        <p:nvSpPr>
          <p:cNvPr id="25" name="직사각형 24"/>
          <p:cNvSpPr/>
          <p:nvPr/>
        </p:nvSpPr>
        <p:spPr>
          <a:xfrm>
            <a:off x="5241311" y="327630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>
                <a:solidFill>
                  <a:schemeClr val="tx1"/>
                </a:solidFill>
              </a:rPr>
              <a:t>NPC </a:t>
            </a:r>
            <a:r>
              <a:rPr lang="ko-KR" altLang="en-US" sz="1500">
                <a:solidFill>
                  <a:schemeClr val="tx1"/>
                </a:solidFill>
              </a:rPr>
              <a:t>수면</a:t>
            </a:r>
          </a:p>
        </p:txBody>
      </p:sp>
      <p:cxnSp>
        <p:nvCxnSpPr>
          <p:cNvPr id="26" name="직선 화살표 연결선 25"/>
          <p:cNvCxnSpPr>
            <a:stCxn id="23" idx="2"/>
            <a:endCxn id="24" idx="0"/>
          </p:cNvCxnSpPr>
          <p:nvPr/>
        </p:nvCxnSpPr>
        <p:spPr>
          <a:xfrm>
            <a:off x="6041411" y="189574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/>
          <p:cNvCxnSpPr>
            <a:stCxn id="24" idx="2"/>
            <a:endCxn id="25" idx="0"/>
          </p:cNvCxnSpPr>
          <p:nvPr/>
        </p:nvCxnSpPr>
        <p:spPr>
          <a:xfrm>
            <a:off x="6041411" y="286841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직사각형 27"/>
          <p:cNvSpPr/>
          <p:nvPr/>
        </p:nvSpPr>
        <p:spPr>
          <a:xfrm>
            <a:off x="5241311" y="424897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>
                <a:solidFill>
                  <a:schemeClr val="tx1"/>
                </a:solidFill>
              </a:rPr>
              <a:t>NPC </a:t>
            </a:r>
            <a:r>
              <a:rPr lang="ko-KR" altLang="en-US" sz="1500">
                <a:solidFill>
                  <a:schemeClr val="tx1"/>
                </a:solidFill>
              </a:rPr>
              <a:t>몬스터화</a:t>
            </a:r>
          </a:p>
        </p:txBody>
      </p:sp>
      <p:cxnSp>
        <p:nvCxnSpPr>
          <p:cNvPr id="29" name="직선 화살표 연결선 28"/>
          <p:cNvCxnSpPr>
            <a:endCxn id="28" idx="0"/>
          </p:cNvCxnSpPr>
          <p:nvPr/>
        </p:nvCxnSpPr>
        <p:spPr>
          <a:xfrm>
            <a:off x="6041411" y="384108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직사각형 29"/>
          <p:cNvSpPr/>
          <p:nvPr/>
        </p:nvSpPr>
        <p:spPr>
          <a:xfrm>
            <a:off x="5241311" y="522164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>
                <a:solidFill>
                  <a:schemeClr val="tx1"/>
                </a:solidFill>
              </a:rPr>
              <a:t>잠옷 개고</a:t>
            </a:r>
            <a:endParaRPr lang="en-US" altLang="ko-KR" sz="1500">
              <a:solidFill>
                <a:schemeClr val="tx1"/>
              </a:solidFill>
            </a:endParaRPr>
          </a:p>
          <a:p>
            <a:pPr algn="ctr"/>
            <a:r>
              <a:rPr lang="ko-KR" altLang="en-US" sz="1500">
                <a:solidFill>
                  <a:schemeClr val="tx1"/>
                </a:solidFill>
              </a:rPr>
              <a:t>요정봉 정리</a:t>
            </a:r>
          </a:p>
        </p:txBody>
      </p:sp>
      <p:cxnSp>
        <p:nvCxnSpPr>
          <p:cNvPr id="31" name="직선 화살표 연결선 30"/>
          <p:cNvCxnSpPr>
            <a:endCxn id="30" idx="0"/>
          </p:cNvCxnSpPr>
          <p:nvPr/>
        </p:nvCxnSpPr>
        <p:spPr>
          <a:xfrm>
            <a:off x="6041411" y="481375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직사각형 31"/>
          <p:cNvSpPr/>
          <p:nvPr/>
        </p:nvSpPr>
        <p:spPr>
          <a:xfrm>
            <a:off x="384933" y="3043003"/>
            <a:ext cx="1600200" cy="834158"/>
          </a:xfrm>
          <a:prstGeom prst="rect">
            <a:avLst/>
          </a:prstGeom>
          <a:solidFill>
            <a:srgbClr val="FFFF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>
                <a:solidFill>
                  <a:schemeClr val="tx1"/>
                </a:solidFill>
              </a:rPr>
              <a:t>IDLE</a:t>
            </a:r>
          </a:p>
          <a:p>
            <a:pPr algn="ctr"/>
            <a:r>
              <a:rPr lang="ko-KR" altLang="en-US" sz="1500">
                <a:solidFill>
                  <a:schemeClr val="tx1"/>
                </a:solidFill>
              </a:rPr>
              <a:t>도구 준비</a:t>
            </a:r>
            <a:endParaRPr lang="en-US" altLang="ko-KR" sz="1500">
              <a:solidFill>
                <a:schemeClr val="tx1"/>
              </a:solidFill>
            </a:endParaRPr>
          </a:p>
          <a:p>
            <a:pPr algn="ctr"/>
            <a:r>
              <a:rPr lang="en-US" altLang="ko-KR" sz="1500">
                <a:solidFill>
                  <a:schemeClr val="tx1"/>
                </a:solidFill>
              </a:rPr>
              <a:t>(</a:t>
            </a:r>
            <a:r>
              <a:rPr lang="ko-KR" altLang="en-US" sz="1500">
                <a:solidFill>
                  <a:schemeClr val="tx1"/>
                </a:solidFill>
              </a:rPr>
              <a:t>가방 뒤지기</a:t>
            </a:r>
            <a:r>
              <a:rPr lang="en-US" altLang="ko-KR" sz="1500">
                <a:solidFill>
                  <a:schemeClr val="tx1"/>
                </a:solidFill>
              </a:rPr>
              <a:t>)</a:t>
            </a:r>
            <a:endParaRPr lang="ko-KR" altLang="en-US" sz="1500">
              <a:solidFill>
                <a:schemeClr val="tx1"/>
              </a:solidFill>
            </a:endParaRPr>
          </a:p>
        </p:txBody>
      </p:sp>
      <p:sp>
        <p:nvSpPr>
          <p:cNvPr id="33" name="직사각형 32"/>
          <p:cNvSpPr/>
          <p:nvPr/>
        </p:nvSpPr>
        <p:spPr>
          <a:xfrm>
            <a:off x="7512646" y="757223"/>
            <a:ext cx="2178424" cy="540571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00"/>
          </a:p>
        </p:txBody>
      </p:sp>
      <p:sp>
        <p:nvSpPr>
          <p:cNvPr id="34" name="직사각형 33"/>
          <p:cNvSpPr/>
          <p:nvPr/>
        </p:nvSpPr>
        <p:spPr>
          <a:xfrm>
            <a:off x="7801758" y="474835"/>
            <a:ext cx="1600200" cy="564776"/>
          </a:xfrm>
          <a:prstGeom prst="rect">
            <a:avLst/>
          </a:prstGeom>
          <a:solidFill>
            <a:srgbClr val="FFFF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>
                <a:solidFill>
                  <a:schemeClr val="tx1"/>
                </a:solidFill>
              </a:rPr>
              <a:t>행동 봉인</a:t>
            </a:r>
          </a:p>
        </p:txBody>
      </p:sp>
      <p:sp>
        <p:nvSpPr>
          <p:cNvPr id="36" name="직사각형 35"/>
          <p:cNvSpPr/>
          <p:nvPr/>
        </p:nvSpPr>
        <p:spPr>
          <a:xfrm>
            <a:off x="7801758" y="230363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>
                <a:solidFill>
                  <a:schemeClr val="tx1"/>
                </a:solidFill>
              </a:rPr>
              <a:t>수갑 </a:t>
            </a:r>
          </a:p>
        </p:txBody>
      </p:sp>
      <p:sp>
        <p:nvSpPr>
          <p:cNvPr id="37" name="직사각형 36"/>
          <p:cNvSpPr/>
          <p:nvPr/>
        </p:nvSpPr>
        <p:spPr>
          <a:xfrm>
            <a:off x="7801758" y="327630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>
                <a:solidFill>
                  <a:schemeClr val="tx1"/>
                </a:solidFill>
              </a:rPr>
              <a:t>수갑 채우기</a:t>
            </a:r>
          </a:p>
        </p:txBody>
      </p:sp>
      <p:cxnSp>
        <p:nvCxnSpPr>
          <p:cNvPr id="39" name="직선 화살표 연결선 38"/>
          <p:cNvCxnSpPr>
            <a:stCxn id="36" idx="2"/>
            <a:endCxn id="37" idx="0"/>
          </p:cNvCxnSpPr>
          <p:nvPr/>
        </p:nvCxnSpPr>
        <p:spPr>
          <a:xfrm>
            <a:off x="8601858" y="286841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직사각형 39"/>
          <p:cNvSpPr/>
          <p:nvPr/>
        </p:nvSpPr>
        <p:spPr>
          <a:xfrm>
            <a:off x="7801758" y="424897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>
                <a:solidFill>
                  <a:schemeClr val="tx1"/>
                </a:solidFill>
              </a:rPr>
              <a:t>감옥</a:t>
            </a:r>
          </a:p>
        </p:txBody>
      </p:sp>
      <p:cxnSp>
        <p:nvCxnSpPr>
          <p:cNvPr id="41" name="직선 화살표 연결선 40"/>
          <p:cNvCxnSpPr>
            <a:endCxn id="40" idx="0"/>
          </p:cNvCxnSpPr>
          <p:nvPr/>
        </p:nvCxnSpPr>
        <p:spPr>
          <a:xfrm>
            <a:off x="8601858" y="384108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41"/>
          <p:cNvSpPr/>
          <p:nvPr/>
        </p:nvSpPr>
        <p:spPr>
          <a:xfrm>
            <a:off x="7801758" y="522164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>
                <a:solidFill>
                  <a:schemeClr val="tx1"/>
                </a:solidFill>
              </a:rPr>
              <a:t>열쇠로</a:t>
            </a:r>
            <a:endParaRPr lang="en-US" altLang="ko-KR" sz="1500">
              <a:solidFill>
                <a:schemeClr val="tx1"/>
              </a:solidFill>
            </a:endParaRPr>
          </a:p>
          <a:p>
            <a:pPr algn="ctr"/>
            <a:r>
              <a:rPr lang="ko-KR" altLang="en-US" sz="1500">
                <a:solidFill>
                  <a:schemeClr val="tx1"/>
                </a:solidFill>
              </a:rPr>
              <a:t>석방</a:t>
            </a:r>
          </a:p>
        </p:txBody>
      </p:sp>
      <p:cxnSp>
        <p:nvCxnSpPr>
          <p:cNvPr id="43" name="직선 화살표 연결선 42"/>
          <p:cNvCxnSpPr>
            <a:endCxn id="42" idx="0"/>
          </p:cNvCxnSpPr>
          <p:nvPr/>
        </p:nvCxnSpPr>
        <p:spPr>
          <a:xfrm>
            <a:off x="8601858" y="481375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직사각형 43"/>
          <p:cNvSpPr/>
          <p:nvPr/>
        </p:nvSpPr>
        <p:spPr>
          <a:xfrm>
            <a:off x="6635473" y="6293224"/>
            <a:ext cx="399958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>
                <a:solidFill>
                  <a:schemeClr val="tx1"/>
                </a:solidFill>
              </a:rPr>
              <a:t>열쇠로 열어줄 때 공격하면</a:t>
            </a:r>
            <a:endParaRPr lang="en-US" altLang="ko-KR" sz="1500">
              <a:solidFill>
                <a:schemeClr val="tx1"/>
              </a:solidFill>
            </a:endParaRPr>
          </a:p>
          <a:p>
            <a:pPr algn="ctr"/>
            <a:r>
              <a:rPr lang="ko-KR" altLang="en-US" sz="1500">
                <a:solidFill>
                  <a:schemeClr val="tx1"/>
                </a:solidFill>
              </a:rPr>
              <a:t>바로 다시 갇히게 하는 건 어떨까</a:t>
            </a:r>
            <a:r>
              <a:rPr lang="en-US" altLang="ko-KR" sz="1500">
                <a:solidFill>
                  <a:schemeClr val="tx1"/>
                </a:solidFill>
              </a:rPr>
              <a:t>?</a:t>
            </a:r>
            <a:endParaRPr lang="ko-KR" altLang="en-US" sz="1500">
              <a:solidFill>
                <a:schemeClr val="tx1"/>
              </a:solidFill>
            </a:endParaRPr>
          </a:p>
        </p:txBody>
      </p:sp>
      <p:sp>
        <p:nvSpPr>
          <p:cNvPr id="45" name="직사각형 44"/>
          <p:cNvSpPr/>
          <p:nvPr/>
        </p:nvSpPr>
        <p:spPr>
          <a:xfrm>
            <a:off x="7035063" y="-233596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>
                <a:solidFill>
                  <a:schemeClr val="tx1"/>
                </a:solidFill>
              </a:rPr>
              <a:t>원거리 공격만 가능</a:t>
            </a:r>
          </a:p>
        </p:txBody>
      </p:sp>
      <p:sp>
        <p:nvSpPr>
          <p:cNvPr id="46" name="직사각형 45"/>
          <p:cNvSpPr/>
          <p:nvPr/>
        </p:nvSpPr>
        <p:spPr>
          <a:xfrm>
            <a:off x="8635263" y="-238776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>
                <a:solidFill>
                  <a:schemeClr val="tx1"/>
                </a:solidFill>
              </a:rPr>
              <a:t>근거리 공격 시 수갑 채움</a:t>
            </a:r>
          </a:p>
        </p:txBody>
      </p:sp>
      <p:sp>
        <p:nvSpPr>
          <p:cNvPr id="47" name="직사각형 46"/>
          <p:cNvSpPr/>
          <p:nvPr/>
        </p:nvSpPr>
        <p:spPr>
          <a:xfrm>
            <a:off x="7801758" y="1326921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>
                <a:solidFill>
                  <a:schemeClr val="tx1"/>
                </a:solidFill>
              </a:rPr>
              <a:t>경찰복 </a:t>
            </a:r>
          </a:p>
        </p:txBody>
      </p:sp>
      <p:sp>
        <p:nvSpPr>
          <p:cNvPr id="48" name="직사각형 47"/>
          <p:cNvSpPr/>
          <p:nvPr/>
        </p:nvSpPr>
        <p:spPr>
          <a:xfrm>
            <a:off x="132481" y="4133182"/>
            <a:ext cx="2339462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>
                <a:solidFill>
                  <a:schemeClr val="tx1"/>
                </a:solidFill>
              </a:rPr>
              <a:t>이런 느낌으로</a:t>
            </a:r>
            <a:endParaRPr lang="en-US" altLang="ko-KR" sz="1500">
              <a:solidFill>
                <a:schemeClr val="tx1"/>
              </a:solidFill>
            </a:endParaRPr>
          </a:p>
          <a:p>
            <a:pPr algn="ctr"/>
            <a:r>
              <a:rPr lang="ko-KR" altLang="en-US" sz="1500">
                <a:solidFill>
                  <a:schemeClr val="tx1"/>
                </a:solidFill>
              </a:rPr>
              <a:t>여러 개 불 수도 ㅇ</a:t>
            </a:r>
          </a:p>
        </p:txBody>
      </p:sp>
      <p:sp>
        <p:nvSpPr>
          <p:cNvPr id="2" name="타원 1"/>
          <p:cNvSpPr/>
          <p:nvPr/>
        </p:nvSpPr>
        <p:spPr>
          <a:xfrm>
            <a:off x="835031" y="4987841"/>
            <a:ext cx="514808" cy="4538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00"/>
          </a:p>
        </p:txBody>
      </p:sp>
      <p:sp>
        <p:nvSpPr>
          <p:cNvPr id="49" name="타원 48"/>
          <p:cNvSpPr/>
          <p:nvPr/>
        </p:nvSpPr>
        <p:spPr>
          <a:xfrm>
            <a:off x="1347929" y="4987841"/>
            <a:ext cx="514808" cy="4538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00"/>
          </a:p>
        </p:txBody>
      </p:sp>
      <p:sp>
        <p:nvSpPr>
          <p:cNvPr id="50" name="타원 49"/>
          <p:cNvSpPr/>
          <p:nvPr/>
        </p:nvSpPr>
        <p:spPr>
          <a:xfrm>
            <a:off x="737311" y="5236635"/>
            <a:ext cx="610617" cy="38974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00"/>
          </a:p>
        </p:txBody>
      </p:sp>
      <p:sp>
        <p:nvSpPr>
          <p:cNvPr id="52" name="타원 51"/>
          <p:cNvSpPr/>
          <p:nvPr/>
        </p:nvSpPr>
        <p:spPr>
          <a:xfrm>
            <a:off x="1351099" y="5221645"/>
            <a:ext cx="610617" cy="38974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00"/>
          </a:p>
        </p:txBody>
      </p:sp>
      <p:sp>
        <p:nvSpPr>
          <p:cNvPr id="53" name="직사각형 52"/>
          <p:cNvSpPr/>
          <p:nvPr/>
        </p:nvSpPr>
        <p:spPr>
          <a:xfrm>
            <a:off x="9823630" y="757223"/>
            <a:ext cx="2178424" cy="540571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00"/>
          </a:p>
        </p:txBody>
      </p:sp>
      <p:sp>
        <p:nvSpPr>
          <p:cNvPr id="54" name="직사각형 53"/>
          <p:cNvSpPr/>
          <p:nvPr/>
        </p:nvSpPr>
        <p:spPr>
          <a:xfrm>
            <a:off x="10112742" y="474835"/>
            <a:ext cx="1600200" cy="564776"/>
          </a:xfrm>
          <a:prstGeom prst="rect">
            <a:avLst/>
          </a:prstGeom>
          <a:solidFill>
            <a:srgbClr val="FFFF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>
                <a:solidFill>
                  <a:schemeClr val="tx1"/>
                </a:solidFill>
              </a:rPr>
              <a:t>전가 불가</a:t>
            </a:r>
          </a:p>
        </p:txBody>
      </p:sp>
      <p:sp>
        <p:nvSpPr>
          <p:cNvPr id="55" name="직사각형 54"/>
          <p:cNvSpPr/>
          <p:nvPr/>
        </p:nvSpPr>
        <p:spPr>
          <a:xfrm>
            <a:off x="10112742" y="230363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>
                <a:solidFill>
                  <a:schemeClr val="tx1"/>
                </a:solidFill>
              </a:rPr>
              <a:t> 호각</a:t>
            </a:r>
          </a:p>
        </p:txBody>
      </p:sp>
      <p:sp>
        <p:nvSpPr>
          <p:cNvPr id="56" name="직사각형 55"/>
          <p:cNvSpPr/>
          <p:nvPr/>
        </p:nvSpPr>
        <p:spPr>
          <a:xfrm>
            <a:off x="10112742" y="327630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>
                <a:solidFill>
                  <a:schemeClr val="tx1"/>
                </a:solidFill>
              </a:rPr>
              <a:t>구령</a:t>
            </a:r>
          </a:p>
        </p:txBody>
      </p:sp>
      <p:cxnSp>
        <p:nvCxnSpPr>
          <p:cNvPr id="57" name="직선 화살표 연결선 56"/>
          <p:cNvCxnSpPr>
            <a:stCxn id="55" idx="2"/>
            <a:endCxn id="56" idx="0"/>
          </p:cNvCxnSpPr>
          <p:nvPr/>
        </p:nvCxnSpPr>
        <p:spPr>
          <a:xfrm>
            <a:off x="10912842" y="286841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직사각형 57"/>
          <p:cNvSpPr/>
          <p:nvPr/>
        </p:nvSpPr>
        <p:spPr>
          <a:xfrm>
            <a:off x="10112742" y="424897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>
                <a:solidFill>
                  <a:schemeClr val="tx1"/>
                </a:solidFill>
              </a:rPr>
              <a:t>QTE</a:t>
            </a:r>
          </a:p>
          <a:p>
            <a:pPr algn="ctr"/>
            <a:r>
              <a:rPr lang="en-US" altLang="ko-KR" sz="1000">
                <a:solidFill>
                  <a:schemeClr val="tx1"/>
                </a:solidFill>
              </a:rPr>
              <a:t>(Quick Time Event)</a:t>
            </a:r>
            <a:endParaRPr lang="ko-KR" altLang="en-US" sz="1000">
              <a:solidFill>
                <a:schemeClr val="tx1"/>
              </a:solidFill>
            </a:endParaRPr>
          </a:p>
        </p:txBody>
      </p:sp>
      <p:cxnSp>
        <p:nvCxnSpPr>
          <p:cNvPr id="59" name="직선 화살표 연결선 58"/>
          <p:cNvCxnSpPr>
            <a:endCxn id="58" idx="0"/>
          </p:cNvCxnSpPr>
          <p:nvPr/>
        </p:nvCxnSpPr>
        <p:spPr>
          <a:xfrm>
            <a:off x="10912842" y="384108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직사각형 59"/>
          <p:cNvSpPr/>
          <p:nvPr/>
        </p:nvSpPr>
        <p:spPr>
          <a:xfrm>
            <a:off x="10112742" y="522164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>
                <a:solidFill>
                  <a:schemeClr val="tx1"/>
                </a:solidFill>
              </a:rPr>
              <a:t>차렷</a:t>
            </a:r>
            <a:r>
              <a:rPr lang="en-US" altLang="ko-KR" sz="1500">
                <a:solidFill>
                  <a:schemeClr val="tx1"/>
                </a:solidFill>
              </a:rPr>
              <a:t>!</a:t>
            </a:r>
            <a:endParaRPr lang="ko-KR" altLang="en-US" sz="1500">
              <a:solidFill>
                <a:schemeClr val="tx1"/>
              </a:solidFill>
            </a:endParaRPr>
          </a:p>
        </p:txBody>
      </p:sp>
      <p:cxnSp>
        <p:nvCxnSpPr>
          <p:cNvPr id="61" name="직선 화살표 연결선 60"/>
          <p:cNvCxnSpPr>
            <a:endCxn id="60" idx="0"/>
          </p:cNvCxnSpPr>
          <p:nvPr/>
        </p:nvCxnSpPr>
        <p:spPr>
          <a:xfrm>
            <a:off x="10912842" y="481375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직사각형 61"/>
          <p:cNvSpPr/>
          <p:nvPr/>
        </p:nvSpPr>
        <p:spPr>
          <a:xfrm>
            <a:off x="10112742" y="1326921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>
                <a:solidFill>
                  <a:schemeClr val="tx1"/>
                </a:solidFill>
              </a:rPr>
              <a:t>조교</a:t>
            </a:r>
          </a:p>
        </p:txBody>
      </p:sp>
    </p:spTree>
    <p:extLst>
      <p:ext uri="{BB962C8B-B14F-4D97-AF65-F5344CB8AC3E}">
        <p14:creationId xmlns:p14="http://schemas.microsoft.com/office/powerpoint/2010/main" val="6938902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/>
          <p:cNvSpPr/>
          <p:nvPr/>
        </p:nvSpPr>
        <p:spPr>
          <a:xfrm>
            <a:off x="2684856" y="757223"/>
            <a:ext cx="2178424" cy="540571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직사각형 3"/>
          <p:cNvSpPr/>
          <p:nvPr/>
        </p:nvSpPr>
        <p:spPr>
          <a:xfrm>
            <a:off x="2973968" y="474835"/>
            <a:ext cx="1600200" cy="564776"/>
          </a:xfrm>
          <a:prstGeom prst="rect">
            <a:avLst/>
          </a:prstGeom>
          <a:solidFill>
            <a:srgbClr val="FFFF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선택의 분기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2973968" y="133096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비누 꺼내고 손에 비눗물 묻힘</a:t>
            </a:r>
            <a:endParaRPr lang="en-US" altLang="ko-KR">
              <a:solidFill>
                <a:schemeClr val="tx1"/>
              </a:solidFill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2973968" y="230363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비눗방울 생성 준비 동작</a:t>
            </a:r>
          </a:p>
        </p:txBody>
      </p:sp>
      <p:sp>
        <p:nvSpPr>
          <p:cNvPr id="7" name="직사각형 6"/>
          <p:cNvSpPr/>
          <p:nvPr/>
        </p:nvSpPr>
        <p:spPr>
          <a:xfrm>
            <a:off x="2973968" y="327630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비눗방울 생성 및 구조 대상 등장</a:t>
            </a:r>
          </a:p>
        </p:txBody>
      </p:sp>
      <p:cxnSp>
        <p:nvCxnSpPr>
          <p:cNvPr id="11" name="직선 화살표 연결선 10"/>
          <p:cNvCxnSpPr>
            <a:stCxn id="5" idx="2"/>
            <a:endCxn id="6" idx="0"/>
          </p:cNvCxnSpPr>
          <p:nvPr/>
        </p:nvCxnSpPr>
        <p:spPr>
          <a:xfrm>
            <a:off x="3774068" y="189574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/>
          <p:cNvCxnSpPr>
            <a:stCxn id="6" idx="2"/>
            <a:endCxn id="7" idx="0"/>
          </p:cNvCxnSpPr>
          <p:nvPr/>
        </p:nvCxnSpPr>
        <p:spPr>
          <a:xfrm>
            <a:off x="3774068" y="286841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직사각형 17"/>
          <p:cNvSpPr/>
          <p:nvPr/>
        </p:nvSpPr>
        <p:spPr>
          <a:xfrm>
            <a:off x="2973968" y="424897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플레이어가 각 대상에 맞는 선행 수행</a:t>
            </a:r>
          </a:p>
        </p:txBody>
      </p:sp>
      <p:cxnSp>
        <p:nvCxnSpPr>
          <p:cNvPr id="19" name="직선 화살표 연결선 18"/>
          <p:cNvCxnSpPr>
            <a:endCxn id="18" idx="0"/>
          </p:cNvCxnSpPr>
          <p:nvPr/>
        </p:nvCxnSpPr>
        <p:spPr>
          <a:xfrm>
            <a:off x="3774068" y="384108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직사각형 19"/>
          <p:cNvSpPr/>
          <p:nvPr/>
        </p:nvSpPr>
        <p:spPr>
          <a:xfrm>
            <a:off x="2973968" y="522164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결과에 따른 후속 행동 및 딜 타임 발생</a:t>
            </a:r>
          </a:p>
        </p:txBody>
      </p:sp>
      <p:cxnSp>
        <p:nvCxnSpPr>
          <p:cNvPr id="21" name="직선 화살표 연결선 20"/>
          <p:cNvCxnSpPr>
            <a:endCxn id="20" idx="0"/>
          </p:cNvCxnSpPr>
          <p:nvPr/>
        </p:nvCxnSpPr>
        <p:spPr>
          <a:xfrm>
            <a:off x="3774068" y="481375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직사각형 14"/>
          <p:cNvSpPr/>
          <p:nvPr/>
        </p:nvSpPr>
        <p:spPr>
          <a:xfrm>
            <a:off x="5374268" y="757223"/>
            <a:ext cx="2178424" cy="540571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/>
          <p:cNvSpPr/>
          <p:nvPr/>
        </p:nvSpPr>
        <p:spPr>
          <a:xfrm>
            <a:off x="5663380" y="474835"/>
            <a:ext cx="1600200" cy="564776"/>
          </a:xfrm>
          <a:prstGeom prst="rect">
            <a:avLst/>
          </a:prstGeom>
          <a:solidFill>
            <a:srgbClr val="FFFF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환영 폭주</a:t>
            </a:r>
          </a:p>
        </p:txBody>
      </p:sp>
      <p:sp>
        <p:nvSpPr>
          <p:cNvPr id="23" name="직사각형 22"/>
          <p:cNvSpPr/>
          <p:nvPr/>
        </p:nvSpPr>
        <p:spPr>
          <a:xfrm>
            <a:off x="5663380" y="133096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수면 잠옷</a:t>
            </a:r>
            <a:endParaRPr lang="en-US" altLang="ko-KR">
              <a:solidFill>
                <a:schemeClr val="tx1"/>
              </a:solidFill>
            </a:endParaRPr>
          </a:p>
          <a:p>
            <a:pPr algn="ctr"/>
            <a:r>
              <a:rPr lang="ko-KR" altLang="en-US">
                <a:solidFill>
                  <a:schemeClr val="tx1"/>
                </a:solidFill>
              </a:rPr>
              <a:t>요정봉</a:t>
            </a:r>
            <a:endParaRPr lang="en-US" altLang="ko-KR">
              <a:solidFill>
                <a:schemeClr val="tx1"/>
              </a:solidFill>
            </a:endParaRPr>
          </a:p>
        </p:txBody>
      </p:sp>
      <p:sp>
        <p:nvSpPr>
          <p:cNvPr id="24" name="직사각형 23"/>
          <p:cNvSpPr/>
          <p:nvPr/>
        </p:nvSpPr>
        <p:spPr>
          <a:xfrm>
            <a:off x="5663380" y="230363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자장가</a:t>
            </a:r>
          </a:p>
        </p:txBody>
      </p:sp>
      <p:sp>
        <p:nvSpPr>
          <p:cNvPr id="25" name="직사각형 24"/>
          <p:cNvSpPr/>
          <p:nvPr/>
        </p:nvSpPr>
        <p:spPr>
          <a:xfrm>
            <a:off x="5663380" y="327630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소환된 </a:t>
            </a:r>
            <a:endParaRPr lang="en-US" altLang="ko-KR">
              <a:solidFill>
                <a:schemeClr val="tx1"/>
              </a:solidFill>
            </a:endParaRPr>
          </a:p>
          <a:p>
            <a:pPr algn="ctr"/>
            <a:r>
              <a:rPr lang="ko-KR" altLang="en-US">
                <a:solidFill>
                  <a:schemeClr val="tx1"/>
                </a:solidFill>
              </a:rPr>
              <a:t>몬스터</a:t>
            </a:r>
            <a:r>
              <a:rPr lang="en-US" altLang="ko-KR">
                <a:solidFill>
                  <a:schemeClr val="tx1"/>
                </a:solidFill>
              </a:rPr>
              <a:t> </a:t>
            </a:r>
            <a:r>
              <a:rPr lang="ko-KR" altLang="en-US">
                <a:solidFill>
                  <a:schemeClr val="tx1"/>
                </a:solidFill>
              </a:rPr>
              <a:t>수면</a:t>
            </a:r>
          </a:p>
        </p:txBody>
      </p:sp>
      <p:cxnSp>
        <p:nvCxnSpPr>
          <p:cNvPr id="26" name="직선 화살표 연결선 25"/>
          <p:cNvCxnSpPr>
            <a:stCxn id="23" idx="2"/>
            <a:endCxn id="24" idx="0"/>
          </p:cNvCxnSpPr>
          <p:nvPr/>
        </p:nvCxnSpPr>
        <p:spPr>
          <a:xfrm>
            <a:off x="6463480" y="189574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/>
          <p:cNvCxnSpPr>
            <a:stCxn id="24" idx="2"/>
            <a:endCxn id="25" idx="0"/>
          </p:cNvCxnSpPr>
          <p:nvPr/>
        </p:nvCxnSpPr>
        <p:spPr>
          <a:xfrm>
            <a:off x="6463480" y="286841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직사각형 27"/>
          <p:cNvSpPr/>
          <p:nvPr/>
        </p:nvSpPr>
        <p:spPr>
          <a:xfrm>
            <a:off x="5663380" y="424897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몬스터 폭발</a:t>
            </a:r>
          </a:p>
        </p:txBody>
      </p:sp>
      <p:cxnSp>
        <p:nvCxnSpPr>
          <p:cNvPr id="29" name="직선 화살표 연결선 28"/>
          <p:cNvCxnSpPr>
            <a:endCxn id="28" idx="0"/>
          </p:cNvCxnSpPr>
          <p:nvPr/>
        </p:nvCxnSpPr>
        <p:spPr>
          <a:xfrm>
            <a:off x="6463480" y="384108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직사각형 29"/>
          <p:cNvSpPr/>
          <p:nvPr/>
        </p:nvSpPr>
        <p:spPr>
          <a:xfrm>
            <a:off x="5663380" y="522164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잠옷 개고</a:t>
            </a:r>
            <a:endParaRPr lang="en-US" altLang="ko-KR">
              <a:solidFill>
                <a:schemeClr val="tx1"/>
              </a:solidFill>
            </a:endParaRPr>
          </a:p>
          <a:p>
            <a:pPr algn="ctr"/>
            <a:r>
              <a:rPr lang="ko-KR" altLang="en-US">
                <a:solidFill>
                  <a:schemeClr val="tx1"/>
                </a:solidFill>
              </a:rPr>
              <a:t>요정봉 정리</a:t>
            </a:r>
          </a:p>
        </p:txBody>
      </p:sp>
      <p:cxnSp>
        <p:nvCxnSpPr>
          <p:cNvPr id="31" name="직선 화살표 연결선 30"/>
          <p:cNvCxnSpPr>
            <a:endCxn id="30" idx="0"/>
          </p:cNvCxnSpPr>
          <p:nvPr/>
        </p:nvCxnSpPr>
        <p:spPr>
          <a:xfrm>
            <a:off x="6463480" y="481375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직사각형 31"/>
          <p:cNvSpPr/>
          <p:nvPr/>
        </p:nvSpPr>
        <p:spPr>
          <a:xfrm>
            <a:off x="573668" y="3177694"/>
            <a:ext cx="1600200" cy="564776"/>
          </a:xfrm>
          <a:prstGeom prst="rect">
            <a:avLst/>
          </a:prstGeom>
          <a:solidFill>
            <a:srgbClr val="FFFF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IDLE</a:t>
            </a:r>
          </a:p>
          <a:p>
            <a:pPr algn="ctr"/>
            <a:r>
              <a:rPr lang="ko-KR" altLang="en-US">
                <a:solidFill>
                  <a:schemeClr val="tx1"/>
                </a:solidFill>
              </a:rPr>
              <a:t>가방 뒤지기</a:t>
            </a:r>
          </a:p>
        </p:txBody>
      </p:sp>
      <p:sp>
        <p:nvSpPr>
          <p:cNvPr id="33" name="직사각형 32"/>
          <p:cNvSpPr/>
          <p:nvPr/>
        </p:nvSpPr>
        <p:spPr>
          <a:xfrm>
            <a:off x="8063680" y="757223"/>
            <a:ext cx="2178424" cy="540571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/>
          <p:cNvSpPr/>
          <p:nvPr/>
        </p:nvSpPr>
        <p:spPr>
          <a:xfrm>
            <a:off x="8352792" y="474835"/>
            <a:ext cx="1600200" cy="564776"/>
          </a:xfrm>
          <a:prstGeom prst="rect">
            <a:avLst/>
          </a:prstGeom>
          <a:solidFill>
            <a:srgbClr val="FFFF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행동 봉인</a:t>
            </a:r>
          </a:p>
        </p:txBody>
      </p:sp>
      <p:sp>
        <p:nvSpPr>
          <p:cNvPr id="36" name="직사각형 35"/>
          <p:cNvSpPr/>
          <p:nvPr/>
        </p:nvSpPr>
        <p:spPr>
          <a:xfrm>
            <a:off x="8352792" y="230363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수갑 </a:t>
            </a:r>
          </a:p>
        </p:txBody>
      </p:sp>
      <p:sp>
        <p:nvSpPr>
          <p:cNvPr id="37" name="직사각형 36"/>
          <p:cNvSpPr/>
          <p:nvPr/>
        </p:nvSpPr>
        <p:spPr>
          <a:xfrm>
            <a:off x="8352792" y="327630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수갑 채우기</a:t>
            </a:r>
          </a:p>
        </p:txBody>
      </p:sp>
      <p:cxnSp>
        <p:nvCxnSpPr>
          <p:cNvPr id="39" name="직선 화살표 연결선 38"/>
          <p:cNvCxnSpPr>
            <a:stCxn id="36" idx="2"/>
            <a:endCxn id="37" idx="0"/>
          </p:cNvCxnSpPr>
          <p:nvPr/>
        </p:nvCxnSpPr>
        <p:spPr>
          <a:xfrm>
            <a:off x="9152892" y="286841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직사각형 39"/>
          <p:cNvSpPr/>
          <p:nvPr/>
        </p:nvSpPr>
        <p:spPr>
          <a:xfrm>
            <a:off x="8352792" y="424897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감옥</a:t>
            </a:r>
          </a:p>
        </p:txBody>
      </p:sp>
      <p:cxnSp>
        <p:nvCxnSpPr>
          <p:cNvPr id="41" name="직선 화살표 연결선 40"/>
          <p:cNvCxnSpPr>
            <a:endCxn id="40" idx="0"/>
          </p:cNvCxnSpPr>
          <p:nvPr/>
        </p:nvCxnSpPr>
        <p:spPr>
          <a:xfrm>
            <a:off x="9152892" y="384108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41"/>
          <p:cNvSpPr/>
          <p:nvPr/>
        </p:nvSpPr>
        <p:spPr>
          <a:xfrm>
            <a:off x="8352792" y="522164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열쇠로</a:t>
            </a:r>
            <a:endParaRPr lang="en-US" altLang="ko-KR">
              <a:solidFill>
                <a:schemeClr val="tx1"/>
              </a:solidFill>
            </a:endParaRPr>
          </a:p>
          <a:p>
            <a:pPr algn="ctr"/>
            <a:r>
              <a:rPr lang="ko-KR" altLang="en-US">
                <a:solidFill>
                  <a:schemeClr val="tx1"/>
                </a:solidFill>
              </a:rPr>
              <a:t>석방</a:t>
            </a:r>
          </a:p>
        </p:txBody>
      </p:sp>
      <p:cxnSp>
        <p:nvCxnSpPr>
          <p:cNvPr id="43" name="직선 화살표 연결선 42"/>
          <p:cNvCxnSpPr>
            <a:endCxn id="42" idx="0"/>
          </p:cNvCxnSpPr>
          <p:nvPr/>
        </p:nvCxnSpPr>
        <p:spPr>
          <a:xfrm>
            <a:off x="9152892" y="481375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직사각형 43"/>
          <p:cNvSpPr/>
          <p:nvPr/>
        </p:nvSpPr>
        <p:spPr>
          <a:xfrm>
            <a:off x="7153102" y="6293224"/>
            <a:ext cx="399958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열쇠로 열어줄 때 공격하면</a:t>
            </a:r>
            <a:endParaRPr lang="en-US" altLang="ko-KR">
              <a:solidFill>
                <a:schemeClr val="tx1"/>
              </a:solidFill>
            </a:endParaRPr>
          </a:p>
          <a:p>
            <a:pPr algn="ctr"/>
            <a:r>
              <a:rPr lang="ko-KR" altLang="en-US">
                <a:solidFill>
                  <a:schemeClr val="tx1"/>
                </a:solidFill>
              </a:rPr>
              <a:t>바로 다시 갇히게 하는 건 어떨까</a:t>
            </a:r>
            <a:r>
              <a:rPr lang="en-US" altLang="ko-KR">
                <a:solidFill>
                  <a:schemeClr val="tx1"/>
                </a:solidFill>
              </a:rPr>
              <a:t>?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5" name="직사각형 44"/>
          <p:cNvSpPr/>
          <p:nvPr/>
        </p:nvSpPr>
        <p:spPr>
          <a:xfrm>
            <a:off x="10455017" y="230363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원거리 공격만 가능</a:t>
            </a:r>
          </a:p>
        </p:txBody>
      </p:sp>
      <p:sp>
        <p:nvSpPr>
          <p:cNvPr id="46" name="직사각형 45"/>
          <p:cNvSpPr/>
          <p:nvPr/>
        </p:nvSpPr>
        <p:spPr>
          <a:xfrm>
            <a:off x="10455017" y="2993917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근거리 공격 시 수갑 채움</a:t>
            </a:r>
          </a:p>
        </p:txBody>
      </p:sp>
      <p:sp>
        <p:nvSpPr>
          <p:cNvPr id="47" name="직사각형 46"/>
          <p:cNvSpPr/>
          <p:nvPr/>
        </p:nvSpPr>
        <p:spPr>
          <a:xfrm>
            <a:off x="8352792" y="1326921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경찰복 </a:t>
            </a:r>
          </a:p>
        </p:txBody>
      </p:sp>
    </p:spTree>
    <p:extLst>
      <p:ext uri="{BB962C8B-B14F-4D97-AF65-F5344CB8AC3E}">
        <p14:creationId xmlns:p14="http://schemas.microsoft.com/office/powerpoint/2010/main" val="6076241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>
            <a:extLst>
              <a:ext uri="{FF2B5EF4-FFF2-40B4-BE49-F238E27FC236}">
                <a16:creationId xmlns:a16="http://schemas.microsoft.com/office/drawing/2014/main" id="{175DC83A-3BFF-4B06-29C4-16E8D39D45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63700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479</TotalTime>
  <Words>2310</Words>
  <Application>Microsoft Office PowerPoint</Application>
  <PresentationFormat>와이드스크린</PresentationFormat>
  <Paragraphs>653</Paragraphs>
  <Slides>17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22" baseType="lpstr">
      <vt:lpstr>Google Sans Text</vt:lpstr>
      <vt:lpstr>KoddiUD 온고딕 Regular</vt:lpstr>
      <vt:lpstr>맑은 고딕</vt:lpstr>
      <vt:lpstr>Arial</vt:lpstr>
      <vt:lpstr>Office 테마</vt:lpstr>
      <vt:lpstr>게임 기획: 보스 스킬 애니메이션 로직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Organization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게임 기획: 보스 스킬 애니메이션 로직</dc:title>
  <dc:creator>FullName</dc:creator>
  <cp:lastModifiedBy>FullName</cp:lastModifiedBy>
  <cp:revision>14</cp:revision>
  <dcterms:created xsi:type="dcterms:W3CDTF">2026-04-24T05:06:39Z</dcterms:created>
  <dcterms:modified xsi:type="dcterms:W3CDTF">2026-04-27T05:57:33Z</dcterms:modified>
</cp:coreProperties>
</file>