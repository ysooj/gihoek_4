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5428"/>
    <a:srgbClr val="F8F9FA"/>
    <a:srgbClr val="2F3339"/>
    <a:srgbClr val="393E45"/>
    <a:srgbClr val="3E444C"/>
    <a:srgbClr val="495059"/>
    <a:srgbClr val="222529"/>
    <a:srgbClr val="0509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B55F7D-ABA2-4C38-B6CB-BA789984DCFC}" v="107" dt="2026-04-23T02:52:13.2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636" autoAdjust="0"/>
  </p:normalViewPr>
  <p:slideViewPr>
    <p:cSldViewPr snapToGrid="0">
      <p:cViewPr>
        <p:scale>
          <a:sx n="50" d="100"/>
          <a:sy n="50" d="100"/>
        </p:scale>
        <p:origin x="882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redo custSel addSld delSld modSld">
      <pc:chgData name="musukie52@gmail.com" userId="017bd91f96aa8751" providerId="LiveId" clId="{5B2C3894-F97E-4CAB-8812-5BB4D83AAC6A}" dt="2026-04-23T02:52:53.372" v="1288" actId="47"/>
      <pc:docMkLst>
        <pc:docMk/>
      </pc:docMkLst>
      <pc:sldChg chg="new del">
        <pc:chgData name="musukie52@gmail.com" userId="017bd91f96aa8751" providerId="LiveId" clId="{5B2C3894-F97E-4CAB-8812-5BB4D83AAC6A}" dt="2026-04-23T02:02:17.855" v="2" actId="47"/>
        <pc:sldMkLst>
          <pc:docMk/>
          <pc:sldMk cId="3817420037" sldId="256"/>
        </pc:sldMkLst>
      </pc:sldChg>
      <pc:sldChg chg="addSp delSp modSp add mod setBg">
        <pc:chgData name="musukie52@gmail.com" userId="017bd91f96aa8751" providerId="LiveId" clId="{5B2C3894-F97E-4CAB-8812-5BB4D83AAC6A}" dt="2026-04-23T02:03:44.733" v="148" actId="20577"/>
        <pc:sldMkLst>
          <pc:docMk/>
          <pc:sldMk cId="2537218218" sldId="257"/>
        </pc:sldMkLst>
        <pc:spChg chg="mod">
          <ac:chgData name="musukie52@gmail.com" userId="017bd91f96aa8751" providerId="LiveId" clId="{5B2C3894-F97E-4CAB-8812-5BB4D83AAC6A}" dt="2026-04-23T02:03:15.236" v="53" actId="20577"/>
          <ac:spMkLst>
            <pc:docMk/>
            <pc:sldMk cId="2537218218" sldId="257"/>
            <ac:spMk id="2" creationId="{DEB58A47-987A-3A11-13D5-508DA18E1667}"/>
          </ac:spMkLst>
        </pc:spChg>
        <pc:spChg chg="add del mod">
          <ac:chgData name="musukie52@gmail.com" userId="017bd91f96aa8751" providerId="LiveId" clId="{5B2C3894-F97E-4CAB-8812-5BB4D83AAC6A}" dt="2026-04-23T02:03:01.976" v="6" actId="478"/>
          <ac:spMkLst>
            <pc:docMk/>
            <pc:sldMk cId="2537218218" sldId="257"/>
            <ac:spMk id="3" creationId="{3BB07923-A70A-69AB-EBB8-F0AD33E7DD28}"/>
          </ac:spMkLst>
        </pc:spChg>
        <pc:spChg chg="mod">
          <ac:chgData name="musukie52@gmail.com" userId="017bd91f96aa8751" providerId="LiveId" clId="{5B2C3894-F97E-4CAB-8812-5BB4D83AAC6A}" dt="2026-04-23T02:03:30.007" v="97" actId="14100"/>
          <ac:spMkLst>
            <pc:docMk/>
            <pc:sldMk cId="2537218218" sldId="257"/>
            <ac:spMk id="8" creationId="{174B5500-1986-2818-C163-D77A465641FA}"/>
          </ac:spMkLst>
        </pc:spChg>
        <pc:spChg chg="mod">
          <ac:chgData name="musukie52@gmail.com" userId="017bd91f96aa8751" providerId="LiveId" clId="{5B2C3894-F97E-4CAB-8812-5BB4D83AAC6A}" dt="2026-04-23T02:03:44.733" v="148" actId="20577"/>
          <ac:spMkLst>
            <pc:docMk/>
            <pc:sldMk cId="2537218218" sldId="257"/>
            <ac:spMk id="10" creationId="{AD2A4811-9EA5-B59D-C5EA-A1669FC1BE67}"/>
          </ac:spMkLst>
        </pc:spChg>
      </pc:sldChg>
      <pc:sldChg chg="addSp delSp modSp add mod setBg">
        <pc:chgData name="musukie52@gmail.com" userId="017bd91f96aa8751" providerId="LiveId" clId="{5B2C3894-F97E-4CAB-8812-5BB4D83AAC6A}" dt="2026-04-23T02:52:50.057" v="1287" actId="207"/>
        <pc:sldMkLst>
          <pc:docMk/>
          <pc:sldMk cId="3268455455" sldId="259"/>
        </pc:sldMkLst>
        <pc:spChg chg="add del mod">
          <ac:chgData name="musukie52@gmail.com" userId="017bd91f96aa8751" providerId="LiveId" clId="{5B2C3894-F97E-4CAB-8812-5BB4D83AAC6A}" dt="2026-04-23T02:33:03.175" v="334" actId="478"/>
          <ac:spMkLst>
            <pc:docMk/>
            <pc:sldMk cId="3268455455" sldId="259"/>
            <ac:spMk id="4" creationId="{45C72C7E-9AB2-6521-76C2-3113DCDD5E25}"/>
          </ac:spMkLst>
        </pc:spChg>
        <pc:spChg chg="add mod">
          <ac:chgData name="musukie52@gmail.com" userId="017bd91f96aa8751" providerId="LiveId" clId="{5B2C3894-F97E-4CAB-8812-5BB4D83AAC6A}" dt="2026-04-23T02:31:05.292" v="294" actId="571"/>
          <ac:spMkLst>
            <pc:docMk/>
            <pc:sldMk cId="3268455455" sldId="259"/>
            <ac:spMk id="7" creationId="{DF06ED99-15CA-70E6-0FCF-C72770DD0019}"/>
          </ac:spMkLst>
        </pc:spChg>
        <pc:spChg chg="mod">
          <ac:chgData name="musukie52@gmail.com" userId="017bd91f96aa8751" providerId="LiveId" clId="{5B2C3894-F97E-4CAB-8812-5BB4D83AAC6A}" dt="2026-04-23T02:39:24.425" v="479" actId="1076"/>
          <ac:spMkLst>
            <pc:docMk/>
            <pc:sldMk cId="3268455455" sldId="259"/>
            <ac:spMk id="9" creationId="{D0A590E2-8C75-785C-EDAF-BDEE9FF029FA}"/>
          </ac:spMkLst>
        </pc:spChg>
        <pc:spChg chg="add del mod">
          <ac:chgData name="musukie52@gmail.com" userId="017bd91f96aa8751" providerId="LiveId" clId="{5B2C3894-F97E-4CAB-8812-5BB4D83AAC6A}" dt="2026-04-23T02:33:04.834" v="335" actId="478"/>
          <ac:spMkLst>
            <pc:docMk/>
            <pc:sldMk cId="3268455455" sldId="259"/>
            <ac:spMk id="10" creationId="{DE7BD644-E252-FA1F-AC55-25A98DF518B9}"/>
          </ac:spMkLst>
        </pc:spChg>
        <pc:spChg chg="add del mod">
          <ac:chgData name="musukie52@gmail.com" userId="017bd91f96aa8751" providerId="LiveId" clId="{5B2C3894-F97E-4CAB-8812-5BB4D83AAC6A}" dt="2026-04-23T02:46:38.572" v="1049" actId="1076"/>
          <ac:spMkLst>
            <pc:docMk/>
            <pc:sldMk cId="3268455455" sldId="259"/>
            <ac:spMk id="11" creationId="{F77A55D0-A90D-2171-8577-5F2405459876}"/>
          </ac:spMkLst>
        </pc:spChg>
        <pc:spChg chg="add del mod">
          <ac:chgData name="musukie52@gmail.com" userId="017bd91f96aa8751" providerId="LiveId" clId="{5B2C3894-F97E-4CAB-8812-5BB4D83AAC6A}" dt="2026-04-23T02:33:29.672" v="343" actId="478"/>
          <ac:spMkLst>
            <pc:docMk/>
            <pc:sldMk cId="3268455455" sldId="259"/>
            <ac:spMk id="12" creationId="{4A85529A-F5B4-6C61-23ED-405EABEA8A95}"/>
          </ac:spMkLst>
        </pc:spChg>
        <pc:spChg chg="add mod">
          <ac:chgData name="musukie52@gmail.com" userId="017bd91f96aa8751" providerId="LiveId" clId="{5B2C3894-F97E-4CAB-8812-5BB4D83AAC6A}" dt="2026-04-23T02:32:51.455" v="330" actId="571"/>
          <ac:spMkLst>
            <pc:docMk/>
            <pc:sldMk cId="3268455455" sldId="259"/>
            <ac:spMk id="14" creationId="{B8F8E1A5-5B93-6535-F58B-2930D9356A59}"/>
          </ac:spMkLst>
        </pc:spChg>
        <pc:spChg chg="add mod">
          <ac:chgData name="musukie52@gmail.com" userId="017bd91f96aa8751" providerId="LiveId" clId="{5B2C3894-F97E-4CAB-8812-5BB4D83AAC6A}" dt="2026-04-23T02:32:51.455" v="330" actId="571"/>
          <ac:spMkLst>
            <pc:docMk/>
            <pc:sldMk cId="3268455455" sldId="259"/>
            <ac:spMk id="16" creationId="{7CFE9779-F214-04A5-9365-D04D11F923A1}"/>
          </ac:spMkLst>
        </pc:spChg>
        <pc:spChg chg="add mod">
          <ac:chgData name="musukie52@gmail.com" userId="017bd91f96aa8751" providerId="LiveId" clId="{5B2C3894-F97E-4CAB-8812-5BB4D83AAC6A}" dt="2026-04-23T02:33:15.623" v="338" actId="571"/>
          <ac:spMkLst>
            <pc:docMk/>
            <pc:sldMk cId="3268455455" sldId="259"/>
            <ac:spMk id="18" creationId="{F9A47E26-65D4-6565-6F4A-F8EC9C30D676}"/>
          </ac:spMkLst>
        </pc:spChg>
        <pc:spChg chg="add mod">
          <ac:chgData name="musukie52@gmail.com" userId="017bd91f96aa8751" providerId="LiveId" clId="{5B2C3894-F97E-4CAB-8812-5BB4D83AAC6A}" dt="2026-04-23T02:33:18.564" v="340" actId="571"/>
          <ac:spMkLst>
            <pc:docMk/>
            <pc:sldMk cId="3268455455" sldId="259"/>
            <ac:spMk id="20" creationId="{B591612B-2996-5502-FF73-17D17DE2BCF1}"/>
          </ac:spMkLst>
        </pc:spChg>
        <pc:spChg chg="add mod">
          <ac:chgData name="musukie52@gmail.com" userId="017bd91f96aa8751" providerId="LiveId" clId="{5B2C3894-F97E-4CAB-8812-5BB4D83AAC6A}" dt="2026-04-23T02:36:53.313" v="449" actId="164"/>
          <ac:spMkLst>
            <pc:docMk/>
            <pc:sldMk cId="3268455455" sldId="259"/>
            <ac:spMk id="21" creationId="{AAEDE743-758B-514C-90DA-21EC85453300}"/>
          </ac:spMkLst>
        </pc:spChg>
        <pc:spChg chg="add mod">
          <ac:chgData name="musukie52@gmail.com" userId="017bd91f96aa8751" providerId="LiveId" clId="{5B2C3894-F97E-4CAB-8812-5BB4D83AAC6A}" dt="2026-04-23T02:36:53.313" v="449" actId="164"/>
          <ac:spMkLst>
            <pc:docMk/>
            <pc:sldMk cId="3268455455" sldId="259"/>
            <ac:spMk id="22" creationId="{E41675D4-9CC7-035B-43D7-FF99F6437C81}"/>
          </ac:spMkLst>
        </pc:spChg>
        <pc:spChg chg="mod">
          <ac:chgData name="musukie52@gmail.com" userId="017bd91f96aa8751" providerId="LiveId" clId="{5B2C3894-F97E-4CAB-8812-5BB4D83AAC6A}" dt="2026-04-23T02:37:27.260" v="452"/>
          <ac:spMkLst>
            <pc:docMk/>
            <pc:sldMk cId="3268455455" sldId="259"/>
            <ac:spMk id="32" creationId="{ED9F96FD-A9C6-774E-14FA-63712C787870}"/>
          </ac:spMkLst>
        </pc:spChg>
        <pc:spChg chg="mod">
          <ac:chgData name="musukie52@gmail.com" userId="017bd91f96aa8751" providerId="LiveId" clId="{5B2C3894-F97E-4CAB-8812-5BB4D83AAC6A}" dt="2026-04-23T02:37:27.260" v="452"/>
          <ac:spMkLst>
            <pc:docMk/>
            <pc:sldMk cId="3268455455" sldId="259"/>
            <ac:spMk id="33" creationId="{162D85A3-78DF-66D1-AA0D-93004EABE008}"/>
          </ac:spMkLst>
        </pc:spChg>
        <pc:spChg chg="mod">
          <ac:chgData name="musukie52@gmail.com" userId="017bd91f96aa8751" providerId="LiveId" clId="{5B2C3894-F97E-4CAB-8812-5BB4D83AAC6A}" dt="2026-04-23T02:41:04.785" v="519"/>
          <ac:spMkLst>
            <pc:docMk/>
            <pc:sldMk cId="3268455455" sldId="259"/>
            <ac:spMk id="36" creationId="{EA15EABE-3446-3449-0206-ACC58EFDA8EE}"/>
          </ac:spMkLst>
        </pc:spChg>
        <pc:spChg chg="mod">
          <ac:chgData name="musukie52@gmail.com" userId="017bd91f96aa8751" providerId="LiveId" clId="{5B2C3894-F97E-4CAB-8812-5BB4D83AAC6A}" dt="2026-04-23T02:41:09.188" v="532"/>
          <ac:spMkLst>
            <pc:docMk/>
            <pc:sldMk cId="3268455455" sldId="259"/>
            <ac:spMk id="37" creationId="{D9516D49-6F72-2BC6-7B4A-35626F238D29}"/>
          </ac:spMkLst>
        </pc:spChg>
        <pc:spChg chg="mod">
          <ac:chgData name="musukie52@gmail.com" userId="017bd91f96aa8751" providerId="LiveId" clId="{5B2C3894-F97E-4CAB-8812-5BB4D83AAC6A}" dt="2026-04-23T02:37:43.810" v="457"/>
          <ac:spMkLst>
            <pc:docMk/>
            <pc:sldMk cId="3268455455" sldId="259"/>
            <ac:spMk id="40" creationId="{1EB8C93A-0B28-E036-6CD5-795D89469B25}"/>
          </ac:spMkLst>
        </pc:spChg>
        <pc:spChg chg="mod">
          <ac:chgData name="musukie52@gmail.com" userId="017bd91f96aa8751" providerId="LiveId" clId="{5B2C3894-F97E-4CAB-8812-5BB4D83AAC6A}" dt="2026-04-23T02:37:43.810" v="457"/>
          <ac:spMkLst>
            <pc:docMk/>
            <pc:sldMk cId="3268455455" sldId="259"/>
            <ac:spMk id="41" creationId="{8362F6AB-6BB0-D3A7-BE2E-171A740DB3D2}"/>
          </ac:spMkLst>
        </pc:spChg>
        <pc:spChg chg="mod">
          <ac:chgData name="musukie52@gmail.com" userId="017bd91f96aa8751" providerId="LiveId" clId="{5B2C3894-F97E-4CAB-8812-5BB4D83AAC6A}" dt="2026-04-23T02:41:26.617" v="589"/>
          <ac:spMkLst>
            <pc:docMk/>
            <pc:sldMk cId="3268455455" sldId="259"/>
            <ac:spMk id="44" creationId="{C59F383E-633E-D536-7592-AFA8A38E02A5}"/>
          </ac:spMkLst>
        </pc:spChg>
        <pc:spChg chg="mod">
          <ac:chgData name="musukie52@gmail.com" userId="017bd91f96aa8751" providerId="LiveId" clId="{5B2C3894-F97E-4CAB-8812-5BB4D83AAC6A}" dt="2026-04-23T02:41:33.183" v="604"/>
          <ac:spMkLst>
            <pc:docMk/>
            <pc:sldMk cId="3268455455" sldId="259"/>
            <ac:spMk id="45" creationId="{BDFE0A0B-E2EE-99EF-6432-24B91800C77A}"/>
          </ac:spMkLst>
        </pc:spChg>
        <pc:spChg chg="mod">
          <ac:chgData name="musukie52@gmail.com" userId="017bd91f96aa8751" providerId="LiveId" clId="{5B2C3894-F97E-4CAB-8812-5BB4D83AAC6A}" dt="2026-04-23T02:38:20.861" v="464" actId="571"/>
          <ac:spMkLst>
            <pc:docMk/>
            <pc:sldMk cId="3268455455" sldId="259"/>
            <ac:spMk id="48" creationId="{883117CE-BA06-EBA2-9453-52B297A2D775}"/>
          </ac:spMkLst>
        </pc:spChg>
        <pc:spChg chg="mod">
          <ac:chgData name="musukie52@gmail.com" userId="017bd91f96aa8751" providerId="LiveId" clId="{5B2C3894-F97E-4CAB-8812-5BB4D83AAC6A}" dt="2026-04-23T02:38:20.861" v="464" actId="571"/>
          <ac:spMkLst>
            <pc:docMk/>
            <pc:sldMk cId="3268455455" sldId="259"/>
            <ac:spMk id="49" creationId="{D4A6575E-28E9-1673-678F-60F1D08291BC}"/>
          </ac:spMkLst>
        </pc:spChg>
        <pc:spChg chg="mod">
          <ac:chgData name="musukie52@gmail.com" userId="017bd91f96aa8751" providerId="LiveId" clId="{5B2C3894-F97E-4CAB-8812-5BB4D83AAC6A}" dt="2026-04-23T02:39:48.975" v="484"/>
          <ac:spMkLst>
            <pc:docMk/>
            <pc:sldMk cId="3268455455" sldId="259"/>
            <ac:spMk id="52" creationId="{88EC92FC-5FBC-8B53-7294-402E817A3E72}"/>
          </ac:spMkLst>
        </pc:spChg>
        <pc:spChg chg="mod">
          <ac:chgData name="musukie52@gmail.com" userId="017bd91f96aa8751" providerId="LiveId" clId="{5B2C3894-F97E-4CAB-8812-5BB4D83AAC6A}" dt="2026-04-23T02:39:48.975" v="484"/>
          <ac:spMkLst>
            <pc:docMk/>
            <pc:sldMk cId="3268455455" sldId="259"/>
            <ac:spMk id="53" creationId="{7B682DAC-FA28-52DF-2D6C-2785D9F6BFCD}"/>
          </ac:spMkLst>
        </pc:spChg>
        <pc:spChg chg="mod">
          <ac:chgData name="musukie52@gmail.com" userId="017bd91f96aa8751" providerId="LiveId" clId="{5B2C3894-F97E-4CAB-8812-5BB4D83AAC6A}" dt="2026-04-23T02:40:07.981" v="495"/>
          <ac:spMkLst>
            <pc:docMk/>
            <pc:sldMk cId="3268455455" sldId="259"/>
            <ac:spMk id="56" creationId="{FD3CCD40-F688-8241-9596-1AE2F56FABD2}"/>
          </ac:spMkLst>
        </pc:spChg>
        <pc:spChg chg="mod">
          <ac:chgData name="musukie52@gmail.com" userId="017bd91f96aa8751" providerId="LiveId" clId="{5B2C3894-F97E-4CAB-8812-5BB4D83AAC6A}" dt="2026-04-23T02:40:07.981" v="495"/>
          <ac:spMkLst>
            <pc:docMk/>
            <pc:sldMk cId="3268455455" sldId="259"/>
            <ac:spMk id="57" creationId="{5172938B-DA36-F6C4-3D85-402C59ED4FCC}"/>
          </ac:spMkLst>
        </pc:spChg>
        <pc:spChg chg="mod">
          <ac:chgData name="musukie52@gmail.com" userId="017bd91f96aa8751" providerId="LiveId" clId="{5B2C3894-F97E-4CAB-8812-5BB4D83AAC6A}" dt="2026-04-23T02:41:18.625" v="560"/>
          <ac:spMkLst>
            <pc:docMk/>
            <pc:sldMk cId="3268455455" sldId="259"/>
            <ac:spMk id="59" creationId="{727AAA32-1763-03D9-211E-D3508C6808A1}"/>
          </ac:spMkLst>
        </pc:spChg>
        <pc:spChg chg="mod">
          <ac:chgData name="musukie52@gmail.com" userId="017bd91f96aa8751" providerId="LiveId" clId="{5B2C3894-F97E-4CAB-8812-5BB4D83AAC6A}" dt="2026-04-23T02:41:22.800" v="575"/>
          <ac:spMkLst>
            <pc:docMk/>
            <pc:sldMk cId="3268455455" sldId="259"/>
            <ac:spMk id="60" creationId="{097DF748-E0C9-279A-7CB1-BBE7CC17F02E}"/>
          </ac:spMkLst>
        </pc:spChg>
        <pc:spChg chg="add mod">
          <ac:chgData name="musukie52@gmail.com" userId="017bd91f96aa8751" providerId="LiveId" clId="{5B2C3894-F97E-4CAB-8812-5BB4D83AAC6A}" dt="2026-04-23T02:52:50.057" v="1287" actId="207"/>
          <ac:spMkLst>
            <pc:docMk/>
            <pc:sldMk cId="3268455455" sldId="259"/>
            <ac:spMk id="62" creationId="{E94AACAC-D9EF-25C2-55E0-9CE72DC74E15}"/>
          </ac:spMkLst>
        </pc:spChg>
        <pc:spChg chg="add mod">
          <ac:chgData name="musukie52@gmail.com" userId="017bd91f96aa8751" providerId="LiveId" clId="{5B2C3894-F97E-4CAB-8812-5BB4D83AAC6A}" dt="2026-04-23T02:42:36.143" v="673"/>
          <ac:spMkLst>
            <pc:docMk/>
            <pc:sldMk cId="3268455455" sldId="259"/>
            <ac:spMk id="63" creationId="{5D102625-79CF-78B4-28D1-EC2FEFDD6030}"/>
          </ac:spMkLst>
        </pc:spChg>
        <pc:spChg chg="add mod">
          <ac:chgData name="musukie52@gmail.com" userId="017bd91f96aa8751" providerId="LiveId" clId="{5B2C3894-F97E-4CAB-8812-5BB4D83AAC6A}" dt="2026-04-23T02:46:30.805" v="1048" actId="1076"/>
          <ac:spMkLst>
            <pc:docMk/>
            <pc:sldMk cId="3268455455" sldId="259"/>
            <ac:spMk id="64" creationId="{2D683BBA-E064-9A31-EC96-93EC9D131BFE}"/>
          </ac:spMkLst>
        </pc:spChg>
        <pc:spChg chg="add mod">
          <ac:chgData name="musukie52@gmail.com" userId="017bd91f96aa8751" providerId="LiveId" clId="{5B2C3894-F97E-4CAB-8812-5BB4D83AAC6A}" dt="2026-04-23T02:46:30.805" v="1048" actId="1076"/>
          <ac:spMkLst>
            <pc:docMk/>
            <pc:sldMk cId="3268455455" sldId="259"/>
            <ac:spMk id="65" creationId="{F0FFB4DF-11C2-B61C-6E7F-240F78477E08}"/>
          </ac:spMkLst>
        </pc:spChg>
        <pc:spChg chg="add mod">
          <ac:chgData name="musukie52@gmail.com" userId="017bd91f96aa8751" providerId="LiveId" clId="{5B2C3894-F97E-4CAB-8812-5BB4D83AAC6A}" dt="2026-04-23T02:46:30.805" v="1048" actId="1076"/>
          <ac:spMkLst>
            <pc:docMk/>
            <pc:sldMk cId="3268455455" sldId="259"/>
            <ac:spMk id="66" creationId="{7FFE06CF-1DC1-1AE6-E7D6-231F925D6647}"/>
          </ac:spMkLst>
        </pc:spChg>
        <pc:spChg chg="add mod">
          <ac:chgData name="musukie52@gmail.com" userId="017bd91f96aa8751" providerId="LiveId" clId="{5B2C3894-F97E-4CAB-8812-5BB4D83AAC6A}" dt="2026-04-23T02:46:30.805" v="1048" actId="1076"/>
          <ac:spMkLst>
            <pc:docMk/>
            <pc:sldMk cId="3268455455" sldId="259"/>
            <ac:spMk id="79" creationId="{45259CB5-35A6-880C-00D3-C500A066C1BF}"/>
          </ac:spMkLst>
        </pc:spChg>
        <pc:spChg chg="add mod">
          <ac:chgData name="musukie52@gmail.com" userId="017bd91f96aa8751" providerId="LiveId" clId="{5B2C3894-F97E-4CAB-8812-5BB4D83AAC6A}" dt="2026-04-23T02:46:30.805" v="1048" actId="1076"/>
          <ac:spMkLst>
            <pc:docMk/>
            <pc:sldMk cId="3268455455" sldId="259"/>
            <ac:spMk id="80" creationId="{3D379713-78F1-34B5-C281-BFA144460D5A}"/>
          </ac:spMkLst>
        </pc:spChg>
        <pc:spChg chg="add mod">
          <ac:chgData name="musukie52@gmail.com" userId="017bd91f96aa8751" providerId="LiveId" clId="{5B2C3894-F97E-4CAB-8812-5BB4D83AAC6A}" dt="2026-04-23T02:46:30.805" v="1048" actId="1076"/>
          <ac:spMkLst>
            <pc:docMk/>
            <pc:sldMk cId="3268455455" sldId="259"/>
            <ac:spMk id="81" creationId="{FBED50B2-5D6D-63FF-F819-182543341AB0}"/>
          </ac:spMkLst>
        </pc:spChg>
        <pc:spChg chg="add mod">
          <ac:chgData name="musukie52@gmail.com" userId="017bd91f96aa8751" providerId="LiveId" clId="{5B2C3894-F97E-4CAB-8812-5BB4D83AAC6A}" dt="2026-04-23T02:46:13.037" v="1044" actId="1076"/>
          <ac:spMkLst>
            <pc:docMk/>
            <pc:sldMk cId="3268455455" sldId="259"/>
            <ac:spMk id="82" creationId="{73585629-EDF8-718E-9496-F6994CC9C111}"/>
          </ac:spMkLst>
        </pc:spChg>
        <pc:spChg chg="add mod">
          <ac:chgData name="musukie52@gmail.com" userId="017bd91f96aa8751" providerId="LiveId" clId="{5B2C3894-F97E-4CAB-8812-5BB4D83AAC6A}" dt="2026-04-23T02:46:16.790" v="1045"/>
          <ac:spMkLst>
            <pc:docMk/>
            <pc:sldMk cId="3268455455" sldId="259"/>
            <ac:spMk id="83" creationId="{272EA0FF-AA3A-DB66-C995-7477ABEBC36A}"/>
          </ac:spMkLst>
        </pc:spChg>
        <pc:spChg chg="add mod">
          <ac:chgData name="musukie52@gmail.com" userId="017bd91f96aa8751" providerId="LiveId" clId="{5B2C3894-F97E-4CAB-8812-5BB4D83AAC6A}" dt="2026-04-23T02:46:16.790" v="1045"/>
          <ac:spMkLst>
            <pc:docMk/>
            <pc:sldMk cId="3268455455" sldId="259"/>
            <ac:spMk id="84" creationId="{EC072296-D66F-E21A-37F7-25A9598E8546}"/>
          </ac:spMkLst>
        </pc:spChg>
        <pc:spChg chg="add mod">
          <ac:chgData name="musukie52@gmail.com" userId="017bd91f96aa8751" providerId="LiveId" clId="{5B2C3894-F97E-4CAB-8812-5BB4D83AAC6A}" dt="2026-04-23T02:46:16.790" v="1045"/>
          <ac:spMkLst>
            <pc:docMk/>
            <pc:sldMk cId="3268455455" sldId="259"/>
            <ac:spMk id="85" creationId="{63FC0075-8F0C-F230-42A6-3AB7D1CE855B}"/>
          </ac:spMkLst>
        </pc:spChg>
        <pc:spChg chg="add mod">
          <ac:chgData name="musukie52@gmail.com" userId="017bd91f96aa8751" providerId="LiveId" clId="{5B2C3894-F97E-4CAB-8812-5BB4D83AAC6A}" dt="2026-04-23T02:46:16.790" v="1045"/>
          <ac:spMkLst>
            <pc:docMk/>
            <pc:sldMk cId="3268455455" sldId="259"/>
            <ac:spMk id="86" creationId="{0211A356-C0CC-741D-0BA6-4E828C7C65DE}"/>
          </ac:spMkLst>
        </pc:spChg>
        <pc:spChg chg="add mod">
          <ac:chgData name="musukie52@gmail.com" userId="017bd91f96aa8751" providerId="LiveId" clId="{5B2C3894-F97E-4CAB-8812-5BB4D83AAC6A}" dt="2026-04-23T02:46:49.926" v="1090" actId="20577"/>
          <ac:spMkLst>
            <pc:docMk/>
            <pc:sldMk cId="3268455455" sldId="259"/>
            <ac:spMk id="87" creationId="{5862E0C0-8FC1-00B1-CFAC-5FB80DD027BF}"/>
          </ac:spMkLst>
        </pc:spChg>
        <pc:spChg chg="add mod">
          <ac:chgData name="musukie52@gmail.com" userId="017bd91f96aa8751" providerId="LiveId" clId="{5B2C3894-F97E-4CAB-8812-5BB4D83AAC6A}" dt="2026-04-23T02:47:07.088" v="1156" actId="6549"/>
          <ac:spMkLst>
            <pc:docMk/>
            <pc:sldMk cId="3268455455" sldId="259"/>
            <ac:spMk id="88" creationId="{6DA7C322-8CC5-7472-FCBA-AAF4DC25B164}"/>
          </ac:spMkLst>
        </pc:spChg>
        <pc:spChg chg="add mod">
          <ac:chgData name="musukie52@gmail.com" userId="017bd91f96aa8751" providerId="LiveId" clId="{5B2C3894-F97E-4CAB-8812-5BB4D83AAC6A}" dt="2026-04-23T02:47:17.101" v="1184" actId="20577"/>
          <ac:spMkLst>
            <pc:docMk/>
            <pc:sldMk cId="3268455455" sldId="259"/>
            <ac:spMk id="89" creationId="{62D3311D-C7A5-C767-AB26-D3D0F02C37E6}"/>
          </ac:spMkLst>
        </pc:spChg>
        <pc:spChg chg="add mod">
          <ac:chgData name="musukie52@gmail.com" userId="017bd91f96aa8751" providerId="LiveId" clId="{5B2C3894-F97E-4CAB-8812-5BB4D83AAC6A}" dt="2026-04-23T02:47:21.489" v="1199" actId="20577"/>
          <ac:spMkLst>
            <pc:docMk/>
            <pc:sldMk cId="3268455455" sldId="259"/>
            <ac:spMk id="90" creationId="{8A08FE4A-57BC-FE0D-76BC-9C859898B218}"/>
          </ac:spMkLst>
        </pc:spChg>
        <pc:grpChg chg="add mod">
          <ac:chgData name="musukie52@gmail.com" userId="017bd91f96aa8751" providerId="LiveId" clId="{5B2C3894-F97E-4CAB-8812-5BB4D83AAC6A}" dt="2026-04-23T02:44:05.216" v="824" actId="1076"/>
          <ac:grpSpMkLst>
            <pc:docMk/>
            <pc:sldMk cId="3268455455" sldId="259"/>
            <ac:grpSpMk id="30" creationId="{48D1BFEB-FAE5-979B-6B90-84B7A3E32404}"/>
          </ac:grpSpMkLst>
        </pc:grpChg>
        <pc:grpChg chg="add mod">
          <ac:chgData name="musukie52@gmail.com" userId="017bd91f96aa8751" providerId="LiveId" clId="{5B2C3894-F97E-4CAB-8812-5BB4D83AAC6A}" dt="2026-04-23T02:37:27.260" v="452"/>
          <ac:grpSpMkLst>
            <pc:docMk/>
            <pc:sldMk cId="3268455455" sldId="259"/>
            <ac:grpSpMk id="31" creationId="{8AE7C735-F21C-3FF9-7681-64B34BF04D9B}"/>
          </ac:grpSpMkLst>
        </pc:grpChg>
        <pc:grpChg chg="add mod">
          <ac:chgData name="musukie52@gmail.com" userId="017bd91f96aa8751" providerId="LiveId" clId="{5B2C3894-F97E-4CAB-8812-5BB4D83AAC6A}" dt="2026-04-23T02:44:19.540" v="829" actId="1076"/>
          <ac:grpSpMkLst>
            <pc:docMk/>
            <pc:sldMk cId="3268455455" sldId="259"/>
            <ac:grpSpMk id="35" creationId="{153E696A-C53D-55C2-F5EE-60FBE10CACA3}"/>
          </ac:grpSpMkLst>
        </pc:grpChg>
        <pc:grpChg chg="add del mod">
          <ac:chgData name="musukie52@gmail.com" userId="017bd91f96aa8751" providerId="LiveId" clId="{5B2C3894-F97E-4CAB-8812-5BB4D83AAC6A}" dt="2026-04-23T02:39:05.427" v="475" actId="478"/>
          <ac:grpSpMkLst>
            <pc:docMk/>
            <pc:sldMk cId="3268455455" sldId="259"/>
            <ac:grpSpMk id="39" creationId="{9E31F76E-F6FD-A675-BE72-B6E88C2AEA55}"/>
          </ac:grpSpMkLst>
        </pc:grpChg>
        <pc:grpChg chg="add del mod">
          <ac:chgData name="musukie52@gmail.com" userId="017bd91f96aa8751" providerId="LiveId" clId="{5B2C3894-F97E-4CAB-8812-5BB4D83AAC6A}" dt="2026-04-23T02:43:51.803" v="822" actId="14100"/>
          <ac:grpSpMkLst>
            <pc:docMk/>
            <pc:sldMk cId="3268455455" sldId="259"/>
            <ac:grpSpMk id="43" creationId="{4C941EA6-A805-6BB9-6369-3BD43A18B199}"/>
          </ac:grpSpMkLst>
        </pc:grpChg>
        <pc:grpChg chg="add mod">
          <ac:chgData name="musukie52@gmail.com" userId="017bd91f96aa8751" providerId="LiveId" clId="{5B2C3894-F97E-4CAB-8812-5BB4D83AAC6A}" dt="2026-04-23T02:38:20.861" v="464" actId="571"/>
          <ac:grpSpMkLst>
            <pc:docMk/>
            <pc:sldMk cId="3268455455" sldId="259"/>
            <ac:grpSpMk id="47" creationId="{33794436-677F-15F0-A113-B7A67235A322}"/>
          </ac:grpSpMkLst>
        </pc:grpChg>
        <pc:grpChg chg="add mod">
          <ac:chgData name="musukie52@gmail.com" userId="017bd91f96aa8751" providerId="LiveId" clId="{5B2C3894-F97E-4CAB-8812-5BB4D83AAC6A}" dt="2026-04-23T02:39:55.834" v="488" actId="1076"/>
          <ac:grpSpMkLst>
            <pc:docMk/>
            <pc:sldMk cId="3268455455" sldId="259"/>
            <ac:grpSpMk id="51" creationId="{B45A2FB4-4A8F-396D-78DA-6FAC6B5C2655}"/>
          </ac:grpSpMkLst>
        </pc:grpChg>
        <pc:grpChg chg="add del mod">
          <ac:chgData name="musukie52@gmail.com" userId="017bd91f96aa8751" providerId="LiveId" clId="{5B2C3894-F97E-4CAB-8812-5BB4D83AAC6A}" dt="2026-04-23T02:40:22.346" v="500" actId="478"/>
          <ac:grpSpMkLst>
            <pc:docMk/>
            <pc:sldMk cId="3268455455" sldId="259"/>
            <ac:grpSpMk id="55" creationId="{A185C2D8-C495-BB5C-6D29-D390F8B0A8AA}"/>
          </ac:grpSpMkLst>
        </pc:grpChg>
        <pc:grpChg chg="add mod">
          <ac:chgData name="musukie52@gmail.com" userId="017bd91f96aa8751" providerId="LiveId" clId="{5B2C3894-F97E-4CAB-8812-5BB4D83AAC6A}" dt="2026-04-23T02:43:51.803" v="822" actId="14100"/>
          <ac:grpSpMkLst>
            <pc:docMk/>
            <pc:sldMk cId="3268455455" sldId="259"/>
            <ac:grpSpMk id="58" creationId="{87A46971-563A-A96E-8A6F-97775A0DEA2F}"/>
          </ac:grpSpMkLst>
        </pc:grpChg>
        <pc:graphicFrameChg chg="del">
          <ac:chgData name="musukie52@gmail.com" userId="017bd91f96aa8751" providerId="LiveId" clId="{5B2C3894-F97E-4CAB-8812-5BB4D83AAC6A}" dt="2026-04-23T02:05:42.386" v="192" actId="478"/>
          <ac:graphicFrameMkLst>
            <pc:docMk/>
            <pc:sldMk cId="3268455455" sldId="259"/>
            <ac:graphicFrameMk id="8" creationId="{E0175739-2546-A0D1-7ED8-148373215F43}"/>
          </ac:graphicFrameMkLst>
        </pc:graphicFrameChg>
        <pc:picChg chg="add del mod modCrop">
          <ac:chgData name="musukie52@gmail.com" userId="017bd91f96aa8751" providerId="LiveId" clId="{5B2C3894-F97E-4CAB-8812-5BB4D83AAC6A}" dt="2026-04-23T02:06:58.850" v="196" actId="478"/>
          <ac:picMkLst>
            <pc:docMk/>
            <pc:sldMk cId="3268455455" sldId="259"/>
            <ac:picMk id="3" creationId="{5F1AB095-1EBB-720E-6F86-8570457665F0}"/>
          </ac:picMkLst>
        </pc:picChg>
        <pc:picChg chg="add del mod">
          <ac:chgData name="musukie52@gmail.com" userId="017bd91f96aa8751" providerId="LiveId" clId="{5B2C3894-F97E-4CAB-8812-5BB4D83AAC6A}" dt="2026-04-23T02:52:24.939" v="1285" actId="478"/>
          <ac:picMkLst>
            <pc:docMk/>
            <pc:sldMk cId="3268455455" sldId="259"/>
            <ac:picMk id="6" creationId="{FE544B1F-514A-61E8-D404-880373FA0FCC}"/>
          </ac:picMkLst>
        </pc:picChg>
        <pc:picChg chg="del">
          <ac:chgData name="musukie52@gmail.com" userId="017bd91f96aa8751" providerId="LiveId" clId="{5B2C3894-F97E-4CAB-8812-5BB4D83AAC6A}" dt="2026-04-23T02:05:42.386" v="192" actId="478"/>
          <ac:picMkLst>
            <pc:docMk/>
            <pc:sldMk cId="3268455455" sldId="259"/>
            <ac:picMk id="13" creationId="{6E8B4369-4825-9EB0-03C5-132F70D52AE0}"/>
          </ac:picMkLst>
        </pc:picChg>
        <pc:picChg chg="del">
          <ac:chgData name="musukie52@gmail.com" userId="017bd91f96aa8751" providerId="LiveId" clId="{5B2C3894-F97E-4CAB-8812-5BB4D83AAC6A}" dt="2026-04-23T02:05:42.386" v="192" actId="478"/>
          <ac:picMkLst>
            <pc:docMk/>
            <pc:sldMk cId="3268455455" sldId="259"/>
            <ac:picMk id="15" creationId="{CDF2491A-B4EE-8A66-2574-E51224FE35EB}"/>
          </ac:picMkLst>
        </pc:picChg>
        <pc:picChg chg="del">
          <ac:chgData name="musukie52@gmail.com" userId="017bd91f96aa8751" providerId="LiveId" clId="{5B2C3894-F97E-4CAB-8812-5BB4D83AAC6A}" dt="2026-04-23T02:05:42.386" v="192" actId="478"/>
          <ac:picMkLst>
            <pc:docMk/>
            <pc:sldMk cId="3268455455" sldId="259"/>
            <ac:picMk id="17" creationId="{D3491572-DBCD-FF18-EB40-3B8DD0A9EFDA}"/>
          </ac:picMkLst>
        </pc:picChg>
        <pc:cxnChg chg="del">
          <ac:chgData name="musukie52@gmail.com" userId="017bd91f96aa8751" providerId="LiveId" clId="{5B2C3894-F97E-4CAB-8812-5BB4D83AAC6A}" dt="2026-04-23T02:05:42.386" v="192" actId="478"/>
          <ac:cxnSpMkLst>
            <pc:docMk/>
            <pc:sldMk cId="3268455455" sldId="259"/>
            <ac:cxnSpMk id="19" creationId="{50CFA6DC-94A8-C410-6A49-8266BBC144C2}"/>
          </ac:cxnSpMkLst>
        </pc:cxnChg>
        <pc:cxnChg chg="add mod">
          <ac:chgData name="musukie52@gmail.com" userId="017bd91f96aa8751" providerId="LiveId" clId="{5B2C3894-F97E-4CAB-8812-5BB4D83AAC6A}" dt="2026-04-23T02:44:10.492" v="825" actId="14100"/>
          <ac:cxnSpMkLst>
            <pc:docMk/>
            <pc:sldMk cId="3268455455" sldId="259"/>
            <ac:cxnSpMk id="24" creationId="{2EA42106-79BD-D59D-7293-8818A4D368F8}"/>
          </ac:cxnSpMkLst>
        </pc:cxnChg>
        <pc:cxnChg chg="del">
          <ac:chgData name="musukie52@gmail.com" userId="017bd91f96aa8751" providerId="LiveId" clId="{5B2C3894-F97E-4CAB-8812-5BB4D83AAC6A}" dt="2026-04-23T02:05:42.386" v="192" actId="478"/>
          <ac:cxnSpMkLst>
            <pc:docMk/>
            <pc:sldMk cId="3268455455" sldId="259"/>
            <ac:cxnSpMk id="26" creationId="{C095A00A-34DB-6A40-A46F-E5903E3FBA06}"/>
          </ac:cxnSpMkLst>
        </pc:cxnChg>
        <pc:cxnChg chg="del">
          <ac:chgData name="musukie52@gmail.com" userId="017bd91f96aa8751" providerId="LiveId" clId="{5B2C3894-F97E-4CAB-8812-5BB4D83AAC6A}" dt="2026-04-23T02:05:42.386" v="192" actId="478"/>
          <ac:cxnSpMkLst>
            <pc:docMk/>
            <pc:sldMk cId="3268455455" sldId="259"/>
            <ac:cxnSpMk id="27" creationId="{E64A5154-FE6C-23B8-541C-548999F5DDF5}"/>
          </ac:cxnSpMkLst>
        </pc:cxnChg>
        <pc:cxnChg chg="del">
          <ac:chgData name="musukie52@gmail.com" userId="017bd91f96aa8751" providerId="LiveId" clId="{5B2C3894-F97E-4CAB-8812-5BB4D83AAC6A}" dt="2026-04-23T02:05:42.386" v="192" actId="478"/>
          <ac:cxnSpMkLst>
            <pc:docMk/>
            <pc:sldMk cId="3268455455" sldId="259"/>
            <ac:cxnSpMk id="28" creationId="{EBCF720F-E1D4-5456-1F96-6236342FAF08}"/>
          </ac:cxnSpMkLst>
        </pc:cxnChg>
        <pc:cxnChg chg="add mod">
          <ac:chgData name="musukie52@gmail.com" userId="017bd91f96aa8751" providerId="LiveId" clId="{5B2C3894-F97E-4CAB-8812-5BB4D83AAC6A}" dt="2026-04-23T02:37:27.260" v="452"/>
          <ac:cxnSpMkLst>
            <pc:docMk/>
            <pc:sldMk cId="3268455455" sldId="259"/>
            <ac:cxnSpMk id="34" creationId="{7280BAA0-3E6F-651E-3FC0-667B30DD5769}"/>
          </ac:cxnSpMkLst>
        </pc:cxnChg>
        <pc:cxnChg chg="add mod">
          <ac:chgData name="musukie52@gmail.com" userId="017bd91f96aa8751" providerId="LiveId" clId="{5B2C3894-F97E-4CAB-8812-5BB4D83AAC6A}" dt="2026-04-23T02:44:25.525" v="830" actId="14100"/>
          <ac:cxnSpMkLst>
            <pc:docMk/>
            <pc:sldMk cId="3268455455" sldId="259"/>
            <ac:cxnSpMk id="38" creationId="{14A4186B-46A1-28C6-0654-54D59AFA5EF1}"/>
          </ac:cxnSpMkLst>
        </pc:cxnChg>
        <pc:cxnChg chg="add del mod">
          <ac:chgData name="musukie52@gmail.com" userId="017bd91f96aa8751" providerId="LiveId" clId="{5B2C3894-F97E-4CAB-8812-5BB4D83AAC6A}" dt="2026-04-23T02:39:05.427" v="475" actId="478"/>
          <ac:cxnSpMkLst>
            <pc:docMk/>
            <pc:sldMk cId="3268455455" sldId="259"/>
            <ac:cxnSpMk id="42" creationId="{C44FDF79-ACE6-8DA0-51C5-843C72922678}"/>
          </ac:cxnSpMkLst>
        </pc:cxnChg>
        <pc:cxnChg chg="add del mod">
          <ac:chgData name="musukie52@gmail.com" userId="017bd91f96aa8751" providerId="LiveId" clId="{5B2C3894-F97E-4CAB-8812-5BB4D83AAC6A}" dt="2026-04-23T02:44:38.043" v="832" actId="14100"/>
          <ac:cxnSpMkLst>
            <pc:docMk/>
            <pc:sldMk cId="3268455455" sldId="259"/>
            <ac:cxnSpMk id="46" creationId="{CF6B43B3-6046-9C35-5DA5-3510F613961D}"/>
          </ac:cxnSpMkLst>
        </pc:cxnChg>
        <pc:cxnChg chg="add mod">
          <ac:chgData name="musukie52@gmail.com" userId="017bd91f96aa8751" providerId="LiveId" clId="{5B2C3894-F97E-4CAB-8812-5BB4D83AAC6A}" dt="2026-04-23T02:38:20.861" v="464" actId="571"/>
          <ac:cxnSpMkLst>
            <pc:docMk/>
            <pc:sldMk cId="3268455455" sldId="259"/>
            <ac:cxnSpMk id="50" creationId="{3CEB8A60-777E-A33E-7D52-D362DFF2A360}"/>
          </ac:cxnSpMkLst>
        </pc:cxnChg>
        <pc:cxnChg chg="add mod">
          <ac:chgData name="musukie52@gmail.com" userId="017bd91f96aa8751" providerId="LiveId" clId="{5B2C3894-F97E-4CAB-8812-5BB4D83AAC6A}" dt="2026-04-23T02:39:55.834" v="488" actId="1076"/>
          <ac:cxnSpMkLst>
            <pc:docMk/>
            <pc:sldMk cId="3268455455" sldId="259"/>
            <ac:cxnSpMk id="54" creationId="{F02B3B8E-A7F2-A481-CC6B-F78B72AF8384}"/>
          </ac:cxnSpMkLst>
        </pc:cxnChg>
        <pc:cxnChg chg="add mod">
          <ac:chgData name="musukie52@gmail.com" userId="017bd91f96aa8751" providerId="LiveId" clId="{5B2C3894-F97E-4CAB-8812-5BB4D83AAC6A}" dt="2026-04-23T02:44:31.118" v="831" actId="14100"/>
          <ac:cxnSpMkLst>
            <pc:docMk/>
            <pc:sldMk cId="3268455455" sldId="259"/>
            <ac:cxnSpMk id="61" creationId="{5947D1E6-B81A-F1A7-44EE-80F4AA4A8C8C}"/>
          </ac:cxnSpMkLst>
        </pc:cxnChg>
        <pc:cxnChg chg="add del mod">
          <ac:chgData name="musukie52@gmail.com" userId="017bd91f96aa8751" providerId="LiveId" clId="{5B2C3894-F97E-4CAB-8812-5BB4D83AAC6A}" dt="2026-04-23T02:47:36.121" v="1202" actId="478"/>
          <ac:cxnSpMkLst>
            <pc:docMk/>
            <pc:sldMk cId="3268455455" sldId="259"/>
            <ac:cxnSpMk id="92" creationId="{06C29837-131F-F7AB-F803-7768498B8BA7}"/>
          </ac:cxnSpMkLst>
        </pc:cxnChg>
        <pc:cxnChg chg="add mod">
          <ac:chgData name="musukie52@gmail.com" userId="017bd91f96aa8751" providerId="LiveId" clId="{5B2C3894-F97E-4CAB-8812-5BB4D83AAC6A}" dt="2026-04-23T02:49:22.502" v="1225" actId="14100"/>
          <ac:cxnSpMkLst>
            <pc:docMk/>
            <pc:sldMk cId="3268455455" sldId="259"/>
            <ac:cxnSpMk id="95" creationId="{7268978C-4CD1-3224-93F0-CD80FEF96171}"/>
          </ac:cxnSpMkLst>
        </pc:cxnChg>
        <pc:cxnChg chg="add mod">
          <ac:chgData name="musukie52@gmail.com" userId="017bd91f96aa8751" providerId="LiveId" clId="{5B2C3894-F97E-4CAB-8812-5BB4D83AAC6A}" dt="2026-04-23T02:49:00.955" v="1222" actId="14100"/>
          <ac:cxnSpMkLst>
            <pc:docMk/>
            <pc:sldMk cId="3268455455" sldId="259"/>
            <ac:cxnSpMk id="99" creationId="{012E3222-1234-AC86-8BBA-42826E976C56}"/>
          </ac:cxnSpMkLst>
        </pc:cxnChg>
        <pc:cxnChg chg="add mod">
          <ac:chgData name="musukie52@gmail.com" userId="017bd91f96aa8751" providerId="LiveId" clId="{5B2C3894-F97E-4CAB-8812-5BB4D83AAC6A}" dt="2026-04-23T02:50:20.833" v="1238" actId="14100"/>
          <ac:cxnSpMkLst>
            <pc:docMk/>
            <pc:sldMk cId="3268455455" sldId="259"/>
            <ac:cxnSpMk id="103" creationId="{93B1C988-9399-5FBD-FCBD-26C1207BB8DA}"/>
          </ac:cxnSpMkLst>
        </pc:cxnChg>
        <pc:cxnChg chg="add mod">
          <ac:chgData name="musukie52@gmail.com" userId="017bd91f96aa8751" providerId="LiveId" clId="{5B2C3894-F97E-4CAB-8812-5BB4D83AAC6A}" dt="2026-04-23T02:49:38.879" v="1229" actId="1076"/>
          <ac:cxnSpMkLst>
            <pc:docMk/>
            <pc:sldMk cId="3268455455" sldId="259"/>
            <ac:cxnSpMk id="108" creationId="{1C39DE30-FBE4-9169-FAA3-960F52C840FA}"/>
          </ac:cxnSpMkLst>
        </pc:cxnChg>
        <pc:cxnChg chg="add del mod">
          <ac:chgData name="musukie52@gmail.com" userId="017bd91f96aa8751" providerId="LiveId" clId="{5B2C3894-F97E-4CAB-8812-5BB4D83AAC6A}" dt="2026-04-23T02:49:56.064" v="1233" actId="478"/>
          <ac:cxnSpMkLst>
            <pc:docMk/>
            <pc:sldMk cId="3268455455" sldId="259"/>
            <ac:cxnSpMk id="109" creationId="{61C1F2DD-83EB-054F-EA13-159A222EFE30}"/>
          </ac:cxnSpMkLst>
        </pc:cxnChg>
        <pc:cxnChg chg="add mod">
          <ac:chgData name="musukie52@gmail.com" userId="017bd91f96aa8751" providerId="LiveId" clId="{5B2C3894-F97E-4CAB-8812-5BB4D83AAC6A}" dt="2026-04-23T02:50:08.494" v="1235" actId="1076"/>
          <ac:cxnSpMkLst>
            <pc:docMk/>
            <pc:sldMk cId="3268455455" sldId="259"/>
            <ac:cxnSpMk id="110" creationId="{4CA5C429-BE9E-A53D-3400-5FEC6E92A512}"/>
          </ac:cxnSpMkLst>
        </pc:cxnChg>
        <pc:cxnChg chg="add mod">
          <ac:chgData name="musukie52@gmail.com" userId="017bd91f96aa8751" providerId="LiveId" clId="{5B2C3894-F97E-4CAB-8812-5BB4D83AAC6A}" dt="2026-04-23T02:50:24.524" v="1239" actId="1076"/>
          <ac:cxnSpMkLst>
            <pc:docMk/>
            <pc:sldMk cId="3268455455" sldId="259"/>
            <ac:cxnSpMk id="111" creationId="{0ED8825D-39AF-11AD-ADDF-D6447A8BF5D2}"/>
          </ac:cxnSpMkLst>
        </pc:cxnChg>
        <pc:cxnChg chg="add mod">
          <ac:chgData name="musukie52@gmail.com" userId="017bd91f96aa8751" providerId="LiveId" clId="{5B2C3894-F97E-4CAB-8812-5BB4D83AAC6A}" dt="2026-04-23T02:50:44.683" v="1243" actId="14100"/>
          <ac:cxnSpMkLst>
            <pc:docMk/>
            <pc:sldMk cId="3268455455" sldId="259"/>
            <ac:cxnSpMk id="113" creationId="{5C882C27-47DE-044C-2BD6-F01F45EC1FB6}"/>
          </ac:cxnSpMkLst>
        </pc:cxnChg>
        <pc:cxnChg chg="add mod">
          <ac:chgData name="musukie52@gmail.com" userId="017bd91f96aa8751" providerId="LiveId" clId="{5B2C3894-F97E-4CAB-8812-5BB4D83AAC6A}" dt="2026-04-23T02:50:55.751" v="1247" actId="1076"/>
          <ac:cxnSpMkLst>
            <pc:docMk/>
            <pc:sldMk cId="3268455455" sldId="259"/>
            <ac:cxnSpMk id="115" creationId="{E4847923-16FC-FAE4-1DE6-75A45BC5C05E}"/>
          </ac:cxnSpMkLst>
        </pc:cxnChg>
        <pc:cxnChg chg="add mod">
          <ac:chgData name="musukie52@gmail.com" userId="017bd91f96aa8751" providerId="LiveId" clId="{5B2C3894-F97E-4CAB-8812-5BB4D83AAC6A}" dt="2026-04-23T02:51:07.504" v="1252" actId="1076"/>
          <ac:cxnSpMkLst>
            <pc:docMk/>
            <pc:sldMk cId="3268455455" sldId="259"/>
            <ac:cxnSpMk id="116" creationId="{C1A644BA-8B17-B904-6253-F5F2EECF5312}"/>
          </ac:cxnSpMkLst>
        </pc:cxnChg>
        <pc:cxnChg chg="add mod">
          <ac:chgData name="musukie52@gmail.com" userId="017bd91f96aa8751" providerId="LiveId" clId="{5B2C3894-F97E-4CAB-8812-5BB4D83AAC6A}" dt="2026-04-23T02:51:22.524" v="1256" actId="1076"/>
          <ac:cxnSpMkLst>
            <pc:docMk/>
            <pc:sldMk cId="3268455455" sldId="259"/>
            <ac:cxnSpMk id="117" creationId="{803EB0AB-F71F-0B48-F949-8CFC6E32F6CD}"/>
          </ac:cxnSpMkLst>
        </pc:cxnChg>
        <pc:cxnChg chg="add mod">
          <ac:chgData name="musukie52@gmail.com" userId="017bd91f96aa8751" providerId="LiveId" clId="{5B2C3894-F97E-4CAB-8812-5BB4D83AAC6A}" dt="2026-04-23T02:51:28.470" v="1259" actId="1076"/>
          <ac:cxnSpMkLst>
            <pc:docMk/>
            <pc:sldMk cId="3268455455" sldId="259"/>
            <ac:cxnSpMk id="118" creationId="{DB7F5955-B0EA-655A-2D46-27D985C9134C}"/>
          </ac:cxnSpMkLst>
        </pc:cxnChg>
        <pc:cxnChg chg="add mod">
          <ac:chgData name="musukie52@gmail.com" userId="017bd91f96aa8751" providerId="LiveId" clId="{5B2C3894-F97E-4CAB-8812-5BB4D83AAC6A}" dt="2026-04-23T02:51:34.144" v="1262" actId="1076"/>
          <ac:cxnSpMkLst>
            <pc:docMk/>
            <pc:sldMk cId="3268455455" sldId="259"/>
            <ac:cxnSpMk id="119" creationId="{9C6E1CBE-8109-490C-F870-7160D892D170}"/>
          </ac:cxnSpMkLst>
        </pc:cxnChg>
        <pc:cxnChg chg="add mod">
          <ac:chgData name="musukie52@gmail.com" userId="017bd91f96aa8751" providerId="LiveId" clId="{5B2C3894-F97E-4CAB-8812-5BB4D83AAC6A}" dt="2026-04-23T02:51:44.590" v="1266" actId="1076"/>
          <ac:cxnSpMkLst>
            <pc:docMk/>
            <pc:sldMk cId="3268455455" sldId="259"/>
            <ac:cxnSpMk id="120" creationId="{38BBB29E-5FD4-36DF-6907-246DA1710360}"/>
          </ac:cxnSpMkLst>
        </pc:cxnChg>
        <pc:cxnChg chg="add mod">
          <ac:chgData name="musukie52@gmail.com" userId="017bd91f96aa8751" providerId="LiveId" clId="{5B2C3894-F97E-4CAB-8812-5BB4D83AAC6A}" dt="2026-04-23T02:51:49.564" v="1269" actId="1076"/>
          <ac:cxnSpMkLst>
            <pc:docMk/>
            <pc:sldMk cId="3268455455" sldId="259"/>
            <ac:cxnSpMk id="121" creationId="{6D9A624F-3274-5D69-1A0D-CF7DBE09DA8E}"/>
          </ac:cxnSpMkLst>
        </pc:cxnChg>
        <pc:cxnChg chg="add mod">
          <ac:chgData name="musukie52@gmail.com" userId="017bd91f96aa8751" providerId="LiveId" clId="{5B2C3894-F97E-4CAB-8812-5BB4D83AAC6A}" dt="2026-04-23T02:51:59.431" v="1274" actId="1076"/>
          <ac:cxnSpMkLst>
            <pc:docMk/>
            <pc:sldMk cId="3268455455" sldId="259"/>
            <ac:cxnSpMk id="122" creationId="{0482A638-17B7-3070-D52E-7429ECEB571C}"/>
          </ac:cxnSpMkLst>
        </pc:cxnChg>
        <pc:cxnChg chg="add mod">
          <ac:chgData name="musukie52@gmail.com" userId="017bd91f96aa8751" providerId="LiveId" clId="{5B2C3894-F97E-4CAB-8812-5BB4D83AAC6A}" dt="2026-04-23T02:52:08.240" v="1278" actId="1076"/>
          <ac:cxnSpMkLst>
            <pc:docMk/>
            <pc:sldMk cId="3268455455" sldId="259"/>
            <ac:cxnSpMk id="123" creationId="{D2FC0060-D45F-845A-50D6-A4FB49CD9668}"/>
          </ac:cxnSpMkLst>
        </pc:cxnChg>
        <pc:cxnChg chg="add mod">
          <ac:chgData name="musukie52@gmail.com" userId="017bd91f96aa8751" providerId="LiveId" clId="{5B2C3894-F97E-4CAB-8812-5BB4D83AAC6A}" dt="2026-04-23T02:52:12.504" v="1281" actId="1076"/>
          <ac:cxnSpMkLst>
            <pc:docMk/>
            <pc:sldMk cId="3268455455" sldId="259"/>
            <ac:cxnSpMk id="124" creationId="{84434CF0-D663-70CE-C993-7096015E1164}"/>
          </ac:cxnSpMkLst>
        </pc:cxnChg>
        <pc:cxnChg chg="add mod">
          <ac:chgData name="musukie52@gmail.com" userId="017bd91f96aa8751" providerId="LiveId" clId="{5B2C3894-F97E-4CAB-8812-5BB4D83AAC6A}" dt="2026-04-23T02:52:16.793" v="1284" actId="1076"/>
          <ac:cxnSpMkLst>
            <pc:docMk/>
            <pc:sldMk cId="3268455455" sldId="259"/>
            <ac:cxnSpMk id="125" creationId="{B0F0035E-EE31-5EE2-0850-D5F4FCD40651}"/>
          </ac:cxnSpMkLst>
        </pc:cxnChg>
      </pc:sldChg>
      <pc:sldChg chg="add del setBg">
        <pc:chgData name="musukie52@gmail.com" userId="017bd91f96aa8751" providerId="LiveId" clId="{5B2C3894-F97E-4CAB-8812-5BB4D83AAC6A}" dt="2026-04-23T02:52:53.372" v="1288" actId="47"/>
        <pc:sldMkLst>
          <pc:docMk/>
          <pc:sldMk cId="3675273061" sldId="260"/>
        </pc:sldMkLst>
      </pc:sldChg>
      <pc:sldChg chg="add del setBg">
        <pc:chgData name="musukie52@gmail.com" userId="017bd91f96aa8751" providerId="LiveId" clId="{5B2C3894-F97E-4CAB-8812-5BB4D83AAC6A}" dt="2026-04-23T02:38:54.307" v="470"/>
        <pc:sldMkLst>
          <pc:docMk/>
          <pc:sldMk cId="3750904589" sldId="260"/>
        </pc:sldMkLst>
      </pc:sldChg>
      <pc:sldChg chg="add del setBg">
        <pc:chgData name="musukie52@gmail.com" userId="017bd91f96aa8751" providerId="LiveId" clId="{5B2C3894-F97E-4CAB-8812-5BB4D83AAC6A}" dt="2026-04-23T02:38:59.412" v="473" actId="47"/>
        <pc:sldMkLst>
          <pc:docMk/>
          <pc:sldMk cId="4127603485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6CAAE-8DB3-1901-6E7D-97E874BD37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A41A00-8300-F731-D82C-E4EF07D147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00C6E6-029F-3C1B-EF9D-B717B0C62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6338D-6E9F-4D34-A550-42C1F2953E71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8827A3-5DB6-189C-A354-9DC02BEEC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07C3C8-719E-FE5D-17D2-9221FC48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49504-9E83-474B-80B1-A6A1D8843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95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B47DD9-83E9-BDB3-2C9A-E97132152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D2C9A1-9B2E-8061-80ED-31F3A2F2B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9081DF-9CD0-32BB-58B6-E3BC8A536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6338D-6E9F-4D34-A550-42C1F2953E71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30AE2B-BC2D-D58A-9C30-39F94F2E2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197E8B-4366-F89E-210B-A7BF2E2FE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49504-9E83-474B-80B1-A6A1D8843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010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38886C-0F12-E419-888A-9FEFFE90A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2AB251-4033-1BD1-7D98-9B63892E8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2DCEF4-0748-A646-668F-596916348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6338D-6E9F-4D34-A550-42C1F2953E71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4D407C-57BC-BC5A-81AA-EE282AAF7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9488DB-40D6-46F5-9EAD-CB3432A30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49504-9E83-474B-80B1-A6A1D8843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0755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F1C6E0-174B-E485-FF19-2154044B0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73D9DF-424C-BD38-9245-2564CDCE6E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9582591-6D5A-1977-32FC-9E7F33CCB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18A95D-D784-05A5-9025-6666985A2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6338D-6E9F-4D34-A550-42C1F2953E71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DFFCB0-CDBB-5DFD-D796-91C4DF787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516628-A4EF-2FE7-CB7F-4AE86B221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49504-9E83-474B-80B1-A6A1D8843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747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3607C2-6EF6-8EC6-09E1-166120CFA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3A22BB-5DC0-9EA1-719E-1F0C51A6F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B6EF8F-DC69-BB43-2048-39AB8D0B1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0EE12A4-BED0-7C05-E210-9261E25454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C1D6560-C0D9-B53E-7322-6E51E3F0C9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1F62BF-43C3-0B68-F7E9-3D440593B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6338D-6E9F-4D34-A550-42C1F2953E71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326D161-5347-D853-7AAA-BD7D03F4C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5A9FFCA-BC27-2535-E10F-4722B9B34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49504-9E83-474B-80B1-A6A1D8843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635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C96BF8-FF5F-54D6-3F32-2FF9802C4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FA54A9-CF9D-FE15-E6F2-AEDE93D4A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6338D-6E9F-4D34-A550-42C1F2953E71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608565-872B-AA0E-ADDC-3B80DDA15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4924D08-9B8F-D7B1-B317-CBE9D908C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49504-9E83-474B-80B1-A6A1D8843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513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91FDFC9-63A7-53C3-9BEF-5E766CA87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6338D-6E9F-4D34-A550-42C1F2953E71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7C93FDB-B53A-9CE2-193B-1290EB7BB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DD87B8-8B14-3B3A-89FD-DDC63B6B6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49504-9E83-474B-80B1-A6A1D8843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2850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A12199-9CD9-07E9-DBF6-D23D8AB0A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6F49B3-D572-F132-37C4-FCEE4D72B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1389A0-C682-87FC-1ABE-74416EAF8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533082-6D6F-E47B-B118-B0535A2AD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6338D-6E9F-4D34-A550-42C1F2953E71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53F250-99CA-4566-C74A-B97D09194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997662-F310-23D6-E3AE-90B5C29EB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49504-9E83-474B-80B1-A6A1D8843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426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49F7F7-845C-FFA5-95F2-49870BDE3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B4C0F2F-95A4-DE4D-EC78-56443B0A66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4B7F8B-6B9D-F451-D5EF-E3A27CA58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18024D-287A-6425-5488-356E78CEE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6338D-6E9F-4D34-A550-42C1F2953E71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91480A-7DE8-8F03-E6A9-E802AE818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4966ED-E8D8-72F6-D3BC-35B9AEE46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49504-9E83-474B-80B1-A6A1D8843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4570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CF5FE1-2F8C-DC44-313D-9F713AA6B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25B359-260E-E159-F495-B87F9A156C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C7F8FF-8CF1-2896-0E93-83728A73A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6338D-6E9F-4D34-A550-42C1F2953E71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2B2A7A-F6BF-7ED3-1741-357FB6782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05D27D-A36B-7776-E7EE-123B18694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49504-9E83-474B-80B1-A6A1D8843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139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27EB3AA-7E9E-E521-647F-581226582A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341012A-C09F-B6B0-6EED-B55C3B8011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EA849-3DC8-C8AA-4BB2-DC06AAF8E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6338D-6E9F-4D34-A550-42C1F2953E71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AA9945-135F-556F-74FF-2D42BC18F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01E61E-D2C8-F8C3-63E0-3F3CDC228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49504-9E83-474B-80B1-A6A1D8843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554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7973A51-95AA-29E2-5B01-0BB62621D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1B044F-1FD4-BC14-4A7A-276E5D23A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BFCE0-D2C7-BB4F-CBC0-FFACCEA2AA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26338D-6E9F-4D34-A550-42C1F2953E71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48C194-9006-C5B5-4D64-A696CAF58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FE923B-0582-BD01-E884-54AAE19607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949504-9E83-474B-80B1-A6A1D8843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565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B58A47-987A-3A11-13D5-508DA18E1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7428" y="2820647"/>
            <a:ext cx="5087258" cy="991734"/>
          </a:xfrm>
        </p:spPr>
        <p:txBody>
          <a:bodyPr>
            <a:normAutofit/>
          </a:bodyPr>
          <a:lstStyle/>
          <a:p>
            <a:pPr algn="l"/>
            <a:r>
              <a:rPr lang="ko-KR" altLang="en-US" sz="3000" b="1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게임 기획</a:t>
            </a:r>
            <a:r>
              <a:rPr lang="en-US" altLang="ko-KR" sz="3000" b="1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:</a:t>
            </a:r>
            <a:br>
              <a:rPr lang="en-US" altLang="ko-KR" sz="3000" b="1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</a:br>
            <a:r>
              <a:rPr lang="ko-KR" altLang="en-US" sz="3000" b="1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보스 스킬 애니메이션 로직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4B5500-1986-2818-C163-D77A465641FA}"/>
              </a:ext>
            </a:extLst>
          </p:cNvPr>
          <p:cNvSpPr txBox="1"/>
          <p:nvPr/>
        </p:nvSpPr>
        <p:spPr>
          <a:xfrm>
            <a:off x="1197428" y="2137341"/>
            <a:ext cx="41630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BF5428"/>
                </a:solidFill>
              </a:rPr>
              <a:t>Boss Skill Animation Logic Documentation</a:t>
            </a:r>
            <a:endParaRPr lang="ko-KR" altLang="en-US" sz="1500" dirty="0">
              <a:solidFill>
                <a:srgbClr val="BF5428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2A4811-9EA5-B59D-C5EA-A1669FC1BE67}"/>
              </a:ext>
            </a:extLst>
          </p:cNvPr>
          <p:cNvSpPr txBox="1"/>
          <p:nvPr/>
        </p:nvSpPr>
        <p:spPr>
          <a:xfrm>
            <a:off x="1197428" y="4172522"/>
            <a:ext cx="51598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보스 스킬 애니메이션의 로직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8263443-A11C-82C8-EBA2-2D542B897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491" y="1633287"/>
            <a:ext cx="3562847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218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0A590E2-8C75-785C-EDAF-BDEE9FF029FA}"/>
              </a:ext>
            </a:extLst>
          </p:cNvPr>
          <p:cNvSpPr txBox="1"/>
          <p:nvPr/>
        </p:nvSpPr>
        <p:spPr>
          <a:xfrm>
            <a:off x="309654" y="366311"/>
            <a:ext cx="51995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solidFill>
                  <a:srgbClr val="BF5428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보스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스킬 애니메이션 로직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7A55D0-A90D-2171-8577-5F2405459876}"/>
              </a:ext>
            </a:extLst>
          </p:cNvPr>
          <p:cNvSpPr/>
          <p:nvPr/>
        </p:nvSpPr>
        <p:spPr>
          <a:xfrm>
            <a:off x="5197497" y="812800"/>
            <a:ext cx="1620745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가방 탐색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48D1BFEB-FAE5-979B-6B90-84B7A3E32404}"/>
              </a:ext>
            </a:extLst>
          </p:cNvPr>
          <p:cNvGrpSpPr/>
          <p:nvPr/>
        </p:nvGrpSpPr>
        <p:grpSpPr>
          <a:xfrm>
            <a:off x="769257" y="1604880"/>
            <a:ext cx="2073452" cy="903561"/>
            <a:chOff x="1184296" y="1825124"/>
            <a:chExt cx="1620746" cy="903561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AAEDE743-758B-514C-90DA-21EC85453300}"/>
                </a:ext>
              </a:extLst>
            </p:cNvPr>
            <p:cNvSpPr/>
            <p:nvPr/>
          </p:nvSpPr>
          <p:spPr>
            <a:xfrm>
              <a:off x="1184297" y="1825124"/>
              <a:ext cx="1620745" cy="470460"/>
            </a:xfrm>
            <a:prstGeom prst="rect">
              <a:avLst/>
            </a:prstGeom>
            <a:solidFill>
              <a:srgbClr val="2F33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ko-KR" altLang="en-US" sz="1500" dirty="0"/>
                <a:t>기억 재판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E41675D4-9CC7-035B-43D7-FF99F6437C81}"/>
                </a:ext>
              </a:extLst>
            </p:cNvPr>
            <p:cNvSpPr/>
            <p:nvPr/>
          </p:nvSpPr>
          <p:spPr>
            <a:xfrm>
              <a:off x="1184296" y="2258225"/>
              <a:ext cx="1620745" cy="470460"/>
            </a:xfrm>
            <a:prstGeom prst="rect">
              <a:avLst/>
            </a:prstGeom>
            <a:solidFill>
              <a:srgbClr val="2F33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ko-KR" altLang="en-US" sz="1500" dirty="0"/>
                <a:t>선택의 분기</a:t>
              </a:r>
            </a:p>
          </p:txBody>
        </p: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2EA42106-79BD-D59D-7293-8818A4D368F8}"/>
              </a:ext>
            </a:extLst>
          </p:cNvPr>
          <p:cNvCxnSpPr>
            <a:cxnSpLocks/>
          </p:cNvCxnSpPr>
          <p:nvPr/>
        </p:nvCxnSpPr>
        <p:spPr>
          <a:xfrm>
            <a:off x="769257" y="2039961"/>
            <a:ext cx="2073450" cy="0"/>
          </a:xfrm>
          <a:prstGeom prst="line">
            <a:avLst/>
          </a:prstGeom>
          <a:ln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153E696A-C53D-55C2-F5EE-60FBE10CACA3}"/>
              </a:ext>
            </a:extLst>
          </p:cNvPr>
          <p:cNvGrpSpPr/>
          <p:nvPr/>
        </p:nvGrpSpPr>
        <p:grpSpPr>
          <a:xfrm>
            <a:off x="3574297" y="1604880"/>
            <a:ext cx="2073452" cy="903561"/>
            <a:chOff x="1184296" y="1825124"/>
            <a:chExt cx="1620746" cy="903561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EA15EABE-3446-3449-0206-ACC58EFDA8EE}"/>
                </a:ext>
              </a:extLst>
            </p:cNvPr>
            <p:cNvSpPr/>
            <p:nvPr/>
          </p:nvSpPr>
          <p:spPr>
            <a:xfrm>
              <a:off x="1184297" y="1825124"/>
              <a:ext cx="1620745" cy="470460"/>
            </a:xfrm>
            <a:prstGeom prst="rect">
              <a:avLst/>
            </a:prstGeom>
            <a:solidFill>
              <a:srgbClr val="2F33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ko-KR" altLang="en-US" sz="1500" dirty="0"/>
                <a:t>죄의 무게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9516D49-6F72-2BC6-7B4A-35626F238D29}"/>
                </a:ext>
              </a:extLst>
            </p:cNvPr>
            <p:cNvSpPr/>
            <p:nvPr/>
          </p:nvSpPr>
          <p:spPr>
            <a:xfrm>
              <a:off x="1184296" y="2258225"/>
              <a:ext cx="1620745" cy="470460"/>
            </a:xfrm>
            <a:prstGeom prst="rect">
              <a:avLst/>
            </a:prstGeom>
            <a:solidFill>
              <a:srgbClr val="2F33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ko-KR" altLang="en-US" sz="1500" dirty="0"/>
                <a:t>전가 불가</a:t>
              </a:r>
            </a:p>
          </p:txBody>
        </p:sp>
      </p:grp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14A4186B-46A1-28C6-0654-54D59AFA5EF1}"/>
              </a:ext>
            </a:extLst>
          </p:cNvPr>
          <p:cNvCxnSpPr>
            <a:cxnSpLocks/>
          </p:cNvCxnSpPr>
          <p:nvPr/>
        </p:nvCxnSpPr>
        <p:spPr>
          <a:xfrm>
            <a:off x="3574297" y="2039961"/>
            <a:ext cx="2073451" cy="0"/>
          </a:xfrm>
          <a:prstGeom prst="line">
            <a:avLst/>
          </a:prstGeom>
          <a:ln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C941EA6-A805-6BB9-6369-3BD43A18B199}"/>
              </a:ext>
            </a:extLst>
          </p:cNvPr>
          <p:cNvGrpSpPr/>
          <p:nvPr/>
        </p:nvGrpSpPr>
        <p:grpSpPr>
          <a:xfrm>
            <a:off x="9184374" y="1598876"/>
            <a:ext cx="2073452" cy="903561"/>
            <a:chOff x="1184296" y="1825124"/>
            <a:chExt cx="1620746" cy="903561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59F383E-633E-D536-7592-AFA8A38E02A5}"/>
                </a:ext>
              </a:extLst>
            </p:cNvPr>
            <p:cNvSpPr/>
            <p:nvPr/>
          </p:nvSpPr>
          <p:spPr>
            <a:xfrm>
              <a:off x="1184297" y="1825124"/>
              <a:ext cx="1620745" cy="470460"/>
            </a:xfrm>
            <a:prstGeom prst="rect">
              <a:avLst/>
            </a:prstGeom>
            <a:solidFill>
              <a:srgbClr val="2F33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ko-KR" altLang="en-US" sz="1500" dirty="0"/>
                <a:t>강제 선행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BDFE0A0B-E2EE-99EF-6432-24B91800C77A}"/>
                </a:ext>
              </a:extLst>
            </p:cNvPr>
            <p:cNvSpPr/>
            <p:nvPr/>
          </p:nvSpPr>
          <p:spPr>
            <a:xfrm>
              <a:off x="1184296" y="2258225"/>
              <a:ext cx="1620745" cy="470460"/>
            </a:xfrm>
            <a:prstGeom prst="rect">
              <a:avLst/>
            </a:prstGeom>
            <a:solidFill>
              <a:srgbClr val="2F33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ko-KR" altLang="en-US" sz="1500" dirty="0"/>
                <a:t>행동 봉인</a:t>
              </a:r>
            </a:p>
          </p:txBody>
        </p:sp>
      </p:grp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CF6B43B3-6046-9C35-5DA5-3510F613961D}"/>
              </a:ext>
            </a:extLst>
          </p:cNvPr>
          <p:cNvCxnSpPr>
            <a:cxnSpLocks/>
          </p:cNvCxnSpPr>
          <p:nvPr/>
        </p:nvCxnSpPr>
        <p:spPr>
          <a:xfrm>
            <a:off x="9184374" y="2033957"/>
            <a:ext cx="2073450" cy="0"/>
          </a:xfrm>
          <a:prstGeom prst="line">
            <a:avLst/>
          </a:prstGeom>
          <a:ln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87A46971-563A-A96E-8A6F-97775A0DEA2F}"/>
              </a:ext>
            </a:extLst>
          </p:cNvPr>
          <p:cNvGrpSpPr/>
          <p:nvPr/>
        </p:nvGrpSpPr>
        <p:grpSpPr>
          <a:xfrm>
            <a:off x="6379336" y="1609713"/>
            <a:ext cx="2073452" cy="903561"/>
            <a:chOff x="1184296" y="1825124"/>
            <a:chExt cx="1620746" cy="903561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727AAA32-1763-03D9-211E-D3508C6808A1}"/>
                </a:ext>
              </a:extLst>
            </p:cNvPr>
            <p:cNvSpPr/>
            <p:nvPr/>
          </p:nvSpPr>
          <p:spPr>
            <a:xfrm>
              <a:off x="1184297" y="1825124"/>
              <a:ext cx="1620745" cy="470460"/>
            </a:xfrm>
            <a:prstGeom prst="rect">
              <a:avLst/>
            </a:prstGeom>
            <a:solidFill>
              <a:srgbClr val="2F33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ko-KR" altLang="en-US" sz="1500" dirty="0"/>
                <a:t>망각의 증식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097DF748-E0C9-279A-7CB1-BBE7CC17F02E}"/>
                </a:ext>
              </a:extLst>
            </p:cNvPr>
            <p:cNvSpPr/>
            <p:nvPr/>
          </p:nvSpPr>
          <p:spPr>
            <a:xfrm>
              <a:off x="1184296" y="2258225"/>
              <a:ext cx="1620745" cy="470460"/>
            </a:xfrm>
            <a:prstGeom prst="rect">
              <a:avLst/>
            </a:prstGeom>
            <a:solidFill>
              <a:srgbClr val="2F33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ko-KR" altLang="en-US" sz="1500" dirty="0"/>
                <a:t>환영 폭주</a:t>
              </a:r>
            </a:p>
          </p:txBody>
        </p:sp>
      </p:grp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5947D1E6-B81A-F1A7-44EE-80F4AA4A8C8C}"/>
              </a:ext>
            </a:extLst>
          </p:cNvPr>
          <p:cNvCxnSpPr>
            <a:cxnSpLocks/>
          </p:cNvCxnSpPr>
          <p:nvPr/>
        </p:nvCxnSpPr>
        <p:spPr>
          <a:xfrm>
            <a:off x="6379336" y="2044794"/>
            <a:ext cx="2073450" cy="0"/>
          </a:xfrm>
          <a:prstGeom prst="line">
            <a:avLst/>
          </a:prstGeom>
          <a:ln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94AACAC-D9EF-25C2-55E0-9CE72DC74E15}"/>
              </a:ext>
            </a:extLst>
          </p:cNvPr>
          <p:cNvSpPr/>
          <p:nvPr/>
        </p:nvSpPr>
        <p:spPr>
          <a:xfrm>
            <a:off x="769257" y="2837446"/>
            <a:ext cx="2073450" cy="994743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전장을 </a:t>
            </a:r>
            <a:r>
              <a:rPr lang="en-US" altLang="ko-KR" sz="1500" dirty="0"/>
              <a:t>2~3</a:t>
            </a:r>
            <a:r>
              <a:rPr lang="ko-KR" altLang="en-US" sz="1500" dirty="0"/>
              <a:t>개의 </a:t>
            </a:r>
            <a:r>
              <a:rPr lang="en-US" altLang="ko-KR" sz="1500" dirty="0"/>
              <a:t>‘</a:t>
            </a:r>
            <a:r>
              <a:rPr lang="ko-KR" altLang="en-US" sz="1500" dirty="0"/>
              <a:t>과거 선택 공간</a:t>
            </a:r>
            <a:r>
              <a:rPr lang="en-US" altLang="ko-KR" sz="1500" dirty="0"/>
              <a:t>’</a:t>
            </a:r>
            <a:r>
              <a:rPr lang="ko-KR" altLang="en-US" sz="1500" dirty="0"/>
              <a:t>으로 분할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D683BBA-E064-9A31-EC96-93EC9D131BFE}"/>
              </a:ext>
            </a:extLst>
          </p:cNvPr>
          <p:cNvSpPr/>
          <p:nvPr/>
        </p:nvSpPr>
        <p:spPr>
          <a:xfrm>
            <a:off x="3574298" y="2837445"/>
            <a:ext cx="2073450" cy="994743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특정 행동 </a:t>
            </a:r>
            <a:r>
              <a:rPr lang="ko-KR" altLang="en-US" sz="1500" dirty="0" err="1"/>
              <a:t>디버프</a:t>
            </a:r>
            <a:endParaRPr lang="en-US" altLang="ko-KR" sz="1500" dirty="0"/>
          </a:p>
          <a:p>
            <a:pPr algn="ctr"/>
            <a:r>
              <a:rPr lang="ko-KR" altLang="en-US" sz="1500" dirty="0"/>
              <a:t>유도 시작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0FFB4DF-11C2-B61C-6E7F-240F78477E08}"/>
              </a:ext>
            </a:extLst>
          </p:cNvPr>
          <p:cNvSpPr/>
          <p:nvPr/>
        </p:nvSpPr>
        <p:spPr>
          <a:xfrm>
            <a:off x="6379336" y="2837445"/>
            <a:ext cx="2073450" cy="994743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무시했던 선택들이</a:t>
            </a:r>
            <a:endParaRPr lang="en-US" altLang="ko-KR" sz="1500" dirty="0"/>
          </a:p>
          <a:p>
            <a:pPr algn="ctr"/>
            <a:r>
              <a:rPr lang="ko-KR" altLang="en-US" sz="1500" dirty="0"/>
              <a:t>환영으로 소환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7FFE06CF-1DC1-1AE6-E7D6-231F925D6647}"/>
              </a:ext>
            </a:extLst>
          </p:cNvPr>
          <p:cNvSpPr/>
          <p:nvPr/>
        </p:nvSpPr>
        <p:spPr>
          <a:xfrm>
            <a:off x="9184374" y="2837445"/>
            <a:ext cx="2073450" cy="994743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특정 행동</a:t>
            </a:r>
            <a:r>
              <a:rPr lang="en-US" altLang="ko-KR" sz="1500" dirty="0"/>
              <a:t>(</a:t>
            </a:r>
            <a:r>
              <a:rPr lang="ko-KR" altLang="en-US" sz="1500" dirty="0"/>
              <a:t>공격</a:t>
            </a:r>
            <a:r>
              <a:rPr lang="en-US" altLang="ko-KR" sz="1500" dirty="0"/>
              <a:t>, </a:t>
            </a:r>
            <a:r>
              <a:rPr lang="ko-KR" altLang="en-US" sz="1500" dirty="0"/>
              <a:t>회피 등</a:t>
            </a:r>
            <a:r>
              <a:rPr lang="en-US" altLang="ko-KR" sz="1500" dirty="0"/>
              <a:t>) </a:t>
            </a:r>
            <a:r>
              <a:rPr lang="ko-KR" altLang="en-US" sz="1500" dirty="0"/>
              <a:t>봉인 시전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45259CB5-35A6-880C-00D3-C500A066C1BF}"/>
              </a:ext>
            </a:extLst>
          </p:cNvPr>
          <p:cNvSpPr/>
          <p:nvPr/>
        </p:nvSpPr>
        <p:spPr>
          <a:xfrm>
            <a:off x="769257" y="4167196"/>
            <a:ext cx="2073450" cy="994743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각</a:t>
            </a:r>
            <a:r>
              <a:rPr lang="en-US" altLang="ko-KR" sz="1500" dirty="0"/>
              <a:t> </a:t>
            </a:r>
            <a:r>
              <a:rPr lang="ko-KR" altLang="en-US" sz="1500" dirty="0"/>
              <a:t>공간별</a:t>
            </a:r>
            <a:endParaRPr lang="en-US" altLang="ko-KR" sz="1500" dirty="0"/>
          </a:p>
          <a:p>
            <a:pPr algn="ctr"/>
            <a:r>
              <a:rPr lang="ko-KR" altLang="en-US" sz="1500" dirty="0"/>
              <a:t>다른 행동 요구 발동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3D379713-78F1-34B5-C281-BFA144460D5A}"/>
              </a:ext>
            </a:extLst>
          </p:cNvPr>
          <p:cNvSpPr/>
          <p:nvPr/>
        </p:nvSpPr>
        <p:spPr>
          <a:xfrm>
            <a:off x="3574298" y="4167196"/>
            <a:ext cx="2073450" cy="994743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시간에 비례하여</a:t>
            </a:r>
            <a:endParaRPr lang="en-US" altLang="ko-KR" sz="1500" dirty="0"/>
          </a:p>
          <a:p>
            <a:pPr algn="ctr"/>
            <a:r>
              <a:rPr lang="ko-KR" altLang="en-US" sz="1500" dirty="0"/>
              <a:t>압박 누적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FBED50B2-5D6D-63FF-F819-182543341AB0}"/>
              </a:ext>
            </a:extLst>
          </p:cNvPr>
          <p:cNvSpPr/>
          <p:nvPr/>
        </p:nvSpPr>
        <p:spPr>
          <a:xfrm>
            <a:off x="6379336" y="4167196"/>
            <a:ext cx="2073450" cy="994743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일정 수 초과 시</a:t>
            </a:r>
            <a:endParaRPr lang="en-US" altLang="ko-KR" sz="1500" dirty="0"/>
          </a:p>
          <a:p>
            <a:pPr algn="ctr"/>
            <a:r>
              <a:rPr lang="ko-KR" altLang="en-US" sz="1500" dirty="0" err="1"/>
              <a:t>즉사급</a:t>
            </a:r>
            <a:r>
              <a:rPr lang="ko-KR" altLang="en-US" sz="1500" dirty="0"/>
              <a:t> 패턴 발동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73585629-EDF8-718E-9496-F6994CC9C111}"/>
              </a:ext>
            </a:extLst>
          </p:cNvPr>
          <p:cNvSpPr/>
          <p:nvPr/>
        </p:nvSpPr>
        <p:spPr>
          <a:xfrm>
            <a:off x="9184374" y="4167196"/>
            <a:ext cx="2073450" cy="994743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입력 제한</a:t>
            </a:r>
            <a:endParaRPr lang="en-US" altLang="ko-KR" sz="1500" dirty="0"/>
          </a:p>
          <a:p>
            <a:pPr algn="ctr"/>
            <a:r>
              <a:rPr lang="ko-KR" altLang="en-US" sz="1500" dirty="0"/>
              <a:t>패턴 발동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5862E0C0-8FC1-00B1-CFAC-5FB80DD027BF}"/>
              </a:ext>
            </a:extLst>
          </p:cNvPr>
          <p:cNvSpPr/>
          <p:nvPr/>
        </p:nvSpPr>
        <p:spPr>
          <a:xfrm>
            <a:off x="769257" y="5496946"/>
            <a:ext cx="2073450" cy="994743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공간 통합 및</a:t>
            </a:r>
            <a:endParaRPr lang="en-US" altLang="ko-KR" sz="1500" dirty="0"/>
          </a:p>
          <a:p>
            <a:pPr algn="ctr"/>
            <a:r>
              <a:rPr lang="ko-KR" altLang="en-US" sz="1500" dirty="0"/>
              <a:t>후속 행동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6DA7C322-8CC5-7472-FCBA-AAF4DC25B164}"/>
              </a:ext>
            </a:extLst>
          </p:cNvPr>
          <p:cNvSpPr/>
          <p:nvPr/>
        </p:nvSpPr>
        <p:spPr>
          <a:xfrm>
            <a:off x="3574298" y="5496946"/>
            <a:ext cx="2073450" cy="994743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특정 행동</a:t>
            </a:r>
            <a:r>
              <a:rPr lang="en-US" altLang="ko-KR" sz="1500" dirty="0"/>
              <a:t>(</a:t>
            </a:r>
            <a:r>
              <a:rPr lang="ko-KR" altLang="en-US" sz="1500" dirty="0"/>
              <a:t>성소 충돌 등</a:t>
            </a:r>
            <a:r>
              <a:rPr lang="en-US" altLang="ko-KR" sz="1500" dirty="0"/>
              <a:t>)</a:t>
            </a:r>
            <a:r>
              <a:rPr lang="ko-KR" altLang="en-US" sz="1500" dirty="0"/>
              <a:t>으로 구슬 파괴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62D3311D-C7A5-C767-AB26-D3D0F02C37E6}"/>
              </a:ext>
            </a:extLst>
          </p:cNvPr>
          <p:cNvSpPr/>
          <p:nvPr/>
        </p:nvSpPr>
        <p:spPr>
          <a:xfrm>
            <a:off x="6379336" y="5496946"/>
            <a:ext cx="2073450" cy="994743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관리형 패턴 종료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8A08FE4A-57BC-FE0D-76BC-9C859898B218}"/>
              </a:ext>
            </a:extLst>
          </p:cNvPr>
          <p:cNvSpPr/>
          <p:nvPr/>
        </p:nvSpPr>
        <p:spPr>
          <a:xfrm>
            <a:off x="9184374" y="5496946"/>
            <a:ext cx="2073450" cy="994743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/>
              <a:t>봉인 해제</a:t>
            </a:r>
            <a:endParaRPr lang="ko-KR" altLang="en-US" sz="1500" dirty="0"/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7268978C-4CD1-3224-93F0-CD80FEF96171}"/>
              </a:ext>
            </a:extLst>
          </p:cNvPr>
          <p:cNvCxnSpPr>
            <a:cxnSpLocks/>
          </p:cNvCxnSpPr>
          <p:nvPr/>
        </p:nvCxnSpPr>
        <p:spPr>
          <a:xfrm>
            <a:off x="1805982" y="1404347"/>
            <a:ext cx="0" cy="19452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012E3222-1234-AC86-8BBA-42826E976C56}"/>
              </a:ext>
            </a:extLst>
          </p:cNvPr>
          <p:cNvCxnSpPr>
            <a:cxnSpLocks/>
          </p:cNvCxnSpPr>
          <p:nvPr/>
        </p:nvCxnSpPr>
        <p:spPr>
          <a:xfrm>
            <a:off x="5964326" y="1214309"/>
            <a:ext cx="0" cy="190038"/>
          </a:xfrm>
          <a:prstGeom prst="line">
            <a:avLst/>
          </a:prstGeom>
          <a:ln w="12700">
            <a:solidFill>
              <a:srgbClr val="F8F9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93B1C988-9399-5FBD-FCBD-26C1207BB8DA}"/>
              </a:ext>
            </a:extLst>
          </p:cNvPr>
          <p:cNvCxnSpPr>
            <a:cxnSpLocks/>
          </p:cNvCxnSpPr>
          <p:nvPr/>
        </p:nvCxnSpPr>
        <p:spPr>
          <a:xfrm>
            <a:off x="1805982" y="1404347"/>
            <a:ext cx="8443430" cy="0"/>
          </a:xfrm>
          <a:prstGeom prst="line">
            <a:avLst/>
          </a:prstGeom>
          <a:ln w="12700">
            <a:solidFill>
              <a:srgbClr val="F8F9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1C39DE30-FBE4-9169-FAA3-960F52C840FA}"/>
              </a:ext>
            </a:extLst>
          </p:cNvPr>
          <p:cNvCxnSpPr>
            <a:cxnSpLocks/>
          </p:cNvCxnSpPr>
          <p:nvPr/>
        </p:nvCxnSpPr>
        <p:spPr>
          <a:xfrm>
            <a:off x="4617701" y="1404346"/>
            <a:ext cx="0" cy="19452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4CA5C429-BE9E-A53D-3400-5FEC6E92A512}"/>
              </a:ext>
            </a:extLst>
          </p:cNvPr>
          <p:cNvCxnSpPr>
            <a:cxnSpLocks/>
          </p:cNvCxnSpPr>
          <p:nvPr/>
        </p:nvCxnSpPr>
        <p:spPr>
          <a:xfrm>
            <a:off x="7433187" y="1415184"/>
            <a:ext cx="0" cy="19452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0ED8825D-39AF-11AD-ADDF-D6447A8BF5D2}"/>
              </a:ext>
            </a:extLst>
          </p:cNvPr>
          <p:cNvCxnSpPr>
            <a:cxnSpLocks/>
          </p:cNvCxnSpPr>
          <p:nvPr/>
        </p:nvCxnSpPr>
        <p:spPr>
          <a:xfrm>
            <a:off x="10249412" y="1404345"/>
            <a:ext cx="0" cy="19452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5C882C27-47DE-044C-2BD6-F01F45EC1FB6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1805982" y="2502437"/>
            <a:ext cx="0" cy="33500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E4847923-16FC-FAE4-1DE6-75A45BC5C05E}"/>
              </a:ext>
            </a:extLst>
          </p:cNvPr>
          <p:cNvCxnSpPr>
            <a:cxnSpLocks/>
          </p:cNvCxnSpPr>
          <p:nvPr/>
        </p:nvCxnSpPr>
        <p:spPr>
          <a:xfrm>
            <a:off x="1805982" y="3832188"/>
            <a:ext cx="0" cy="33500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C1A644BA-8B17-B904-6253-F5F2EECF5312}"/>
              </a:ext>
            </a:extLst>
          </p:cNvPr>
          <p:cNvCxnSpPr>
            <a:cxnSpLocks/>
          </p:cNvCxnSpPr>
          <p:nvPr/>
        </p:nvCxnSpPr>
        <p:spPr>
          <a:xfrm>
            <a:off x="1805982" y="5161937"/>
            <a:ext cx="0" cy="33500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803EB0AB-F71F-0B48-F949-8CFC6E32F6CD}"/>
              </a:ext>
            </a:extLst>
          </p:cNvPr>
          <p:cNvCxnSpPr>
            <a:cxnSpLocks/>
          </p:cNvCxnSpPr>
          <p:nvPr/>
        </p:nvCxnSpPr>
        <p:spPr>
          <a:xfrm>
            <a:off x="4617701" y="2502437"/>
            <a:ext cx="0" cy="33500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DB7F5955-B0EA-655A-2D46-27D985C9134C}"/>
              </a:ext>
            </a:extLst>
          </p:cNvPr>
          <p:cNvCxnSpPr>
            <a:cxnSpLocks/>
          </p:cNvCxnSpPr>
          <p:nvPr/>
        </p:nvCxnSpPr>
        <p:spPr>
          <a:xfrm>
            <a:off x="4617701" y="3832187"/>
            <a:ext cx="0" cy="33500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9C6E1CBE-8109-490C-F870-7160D892D170}"/>
              </a:ext>
            </a:extLst>
          </p:cNvPr>
          <p:cNvCxnSpPr>
            <a:cxnSpLocks/>
          </p:cNvCxnSpPr>
          <p:nvPr/>
        </p:nvCxnSpPr>
        <p:spPr>
          <a:xfrm>
            <a:off x="4617743" y="5161937"/>
            <a:ext cx="0" cy="33500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38BBB29E-5FD4-36DF-6907-246DA1710360}"/>
              </a:ext>
            </a:extLst>
          </p:cNvPr>
          <p:cNvCxnSpPr>
            <a:cxnSpLocks/>
          </p:cNvCxnSpPr>
          <p:nvPr/>
        </p:nvCxnSpPr>
        <p:spPr>
          <a:xfrm>
            <a:off x="7433187" y="2513274"/>
            <a:ext cx="0" cy="33500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6D9A624F-3274-5D69-1A0D-CF7DBE09DA8E}"/>
              </a:ext>
            </a:extLst>
          </p:cNvPr>
          <p:cNvCxnSpPr>
            <a:cxnSpLocks/>
          </p:cNvCxnSpPr>
          <p:nvPr/>
        </p:nvCxnSpPr>
        <p:spPr>
          <a:xfrm>
            <a:off x="7433187" y="3832187"/>
            <a:ext cx="0" cy="33500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0482A638-17B7-3070-D52E-7429ECEB571C}"/>
              </a:ext>
            </a:extLst>
          </p:cNvPr>
          <p:cNvCxnSpPr>
            <a:cxnSpLocks/>
          </p:cNvCxnSpPr>
          <p:nvPr/>
        </p:nvCxnSpPr>
        <p:spPr>
          <a:xfrm>
            <a:off x="7433187" y="5161937"/>
            <a:ext cx="0" cy="33500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D2FC0060-D45F-845A-50D6-A4FB49CD9668}"/>
              </a:ext>
            </a:extLst>
          </p:cNvPr>
          <p:cNvCxnSpPr>
            <a:cxnSpLocks/>
          </p:cNvCxnSpPr>
          <p:nvPr/>
        </p:nvCxnSpPr>
        <p:spPr>
          <a:xfrm>
            <a:off x="10249412" y="2485144"/>
            <a:ext cx="0" cy="33500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84434CF0-D663-70CE-C993-7096015E1164}"/>
              </a:ext>
            </a:extLst>
          </p:cNvPr>
          <p:cNvCxnSpPr>
            <a:cxnSpLocks/>
          </p:cNvCxnSpPr>
          <p:nvPr/>
        </p:nvCxnSpPr>
        <p:spPr>
          <a:xfrm>
            <a:off x="10249412" y="3832186"/>
            <a:ext cx="0" cy="33500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B0F0035E-EE31-5EE2-0850-D5F4FCD40651}"/>
              </a:ext>
            </a:extLst>
          </p:cNvPr>
          <p:cNvCxnSpPr>
            <a:cxnSpLocks/>
          </p:cNvCxnSpPr>
          <p:nvPr/>
        </p:nvCxnSpPr>
        <p:spPr>
          <a:xfrm>
            <a:off x="10249412" y="5161936"/>
            <a:ext cx="0" cy="33500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8455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109</Words>
  <Application>Microsoft Office PowerPoint</Application>
  <PresentationFormat>와이드스크린</PresentationFormat>
  <Paragraphs>32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KoddiUD 온고딕 Regular</vt:lpstr>
      <vt:lpstr>맑은 고딕</vt:lpstr>
      <vt:lpstr>Arial</vt:lpstr>
      <vt:lpstr>Office 테마</vt:lpstr>
      <vt:lpstr>게임 기획: 보스 스킬 애니메이션 로직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2026-04-23T02:02:11Z</dcterms:created>
  <dcterms:modified xsi:type="dcterms:W3CDTF">2026-04-23T02:52:54Z</dcterms:modified>
</cp:coreProperties>
</file>