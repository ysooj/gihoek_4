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27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2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10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33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9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97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3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17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67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92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56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E41D5-7CB8-4E3D-A5F0-6D1CC4BF8D52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69FD-0E17-42DF-9D54-F768D2812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5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차원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0</a:t>
            </a:r>
            <a:r>
              <a:rPr lang="ko-KR" altLang="en-US" smtClean="0"/>
              <a:t>차원 </a:t>
            </a:r>
            <a:r>
              <a:rPr lang="en-US" altLang="ko-KR" smtClean="0"/>
              <a:t>=&gt; .(</a:t>
            </a:r>
            <a:r>
              <a:rPr lang="ko-KR" altLang="en-US" smtClean="0"/>
              <a:t>점</a:t>
            </a:r>
            <a:r>
              <a:rPr lang="en-US" altLang="ko-KR" smtClean="0"/>
              <a:t>)</a:t>
            </a:r>
            <a:r>
              <a:rPr lang="ko-KR" altLang="en-US" smtClean="0"/>
              <a:t>만 존재</a:t>
            </a:r>
            <a:r>
              <a:rPr lang="en-US" altLang="ko-KR" smtClean="0"/>
              <a:t> =&gt; </a:t>
            </a:r>
            <a:r>
              <a:rPr lang="ko-KR" altLang="en-US" smtClean="0"/>
              <a:t>위치값만 존재하고</a:t>
            </a:r>
            <a:r>
              <a:rPr lang="en-US" altLang="ko-KR" smtClean="0"/>
              <a:t>, </a:t>
            </a:r>
            <a:r>
              <a:rPr lang="ko-KR" altLang="en-US" smtClean="0"/>
              <a:t>모양이나 형태가 없는 모든 것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점의 위치가 매우 중요</a:t>
            </a:r>
            <a:endParaRPr lang="en-US" altLang="ko-KR" smtClean="0"/>
          </a:p>
          <a:p>
            <a:r>
              <a:rPr lang="en-US" altLang="ko-KR" smtClean="0"/>
              <a:t>Cf) </a:t>
            </a:r>
            <a:r>
              <a:rPr lang="ko-KR" altLang="en-US" smtClean="0"/>
              <a:t>도트 </a:t>
            </a:r>
            <a:r>
              <a:rPr lang="en-US" altLang="ko-KR" smtClean="0"/>
              <a:t>: </a:t>
            </a:r>
            <a:r>
              <a:rPr lang="ko-KR" altLang="en-US" smtClean="0"/>
              <a:t>가장 작은 픽셀 네모</a:t>
            </a:r>
            <a:r>
              <a:rPr lang="en-US" altLang="ko-KR" smtClean="0"/>
              <a:t>(</a:t>
            </a:r>
            <a:r>
              <a:rPr lang="ko-KR" altLang="en-US" smtClean="0"/>
              <a:t>형태가 있음</a:t>
            </a:r>
            <a:r>
              <a:rPr lang="en-US" altLang="ko-KR" smtClean="0"/>
              <a:t>)</a:t>
            </a:r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1</a:t>
            </a:r>
            <a:r>
              <a:rPr lang="ko-KR" altLang="en-US" smtClean="0"/>
              <a:t>차원 </a:t>
            </a:r>
            <a:r>
              <a:rPr lang="en-US" altLang="ko-KR" smtClean="0"/>
              <a:t>=&gt; </a:t>
            </a:r>
            <a:r>
              <a:rPr lang="ko-KR" altLang="en-US" smtClean="0"/>
              <a:t>선</a:t>
            </a:r>
            <a:r>
              <a:rPr lang="en-US" altLang="ko-KR" smtClean="0"/>
              <a:t> =&gt; </a:t>
            </a:r>
            <a:r>
              <a:rPr lang="ko-KR" altLang="en-US" smtClean="0"/>
              <a:t>두 점 사이의 무수히 많은 점들의 집합</a:t>
            </a:r>
            <a:endParaRPr lang="en-US" altLang="ko-KR" smtClean="0"/>
          </a:p>
          <a:p>
            <a:pPr lvl="1"/>
            <a:r>
              <a:rPr lang="ko-KR" altLang="en-US" smtClean="0"/>
              <a:t>패턴이나 기준된 흐름이 있음</a:t>
            </a:r>
            <a:r>
              <a:rPr lang="en-US" altLang="ko-KR" smtClean="0"/>
              <a:t>. </a:t>
            </a:r>
            <a:r>
              <a:rPr lang="ko-KR" altLang="en-US" smtClean="0"/>
              <a:t>예</a:t>
            </a:r>
            <a:r>
              <a:rPr lang="en-US" altLang="ko-KR" smtClean="0"/>
              <a:t>) y = ax +b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변곡점 </a:t>
            </a:r>
            <a:r>
              <a:rPr lang="en-US" altLang="ko-KR" smtClean="0"/>
              <a:t>: </a:t>
            </a:r>
            <a:r>
              <a:rPr lang="ko-KR" altLang="en-US" smtClean="0"/>
              <a:t>패턴이 바뀌는 곳 </a:t>
            </a:r>
            <a:r>
              <a:rPr lang="en-US" altLang="ko-KR" smtClean="0"/>
              <a:t>=&gt; </a:t>
            </a:r>
            <a:r>
              <a:rPr lang="ko-KR" altLang="en-US" smtClean="0"/>
              <a:t>우리가 사는 </a:t>
            </a:r>
            <a:r>
              <a:rPr lang="en-US" altLang="ko-KR" smtClean="0"/>
              <a:t>3</a:t>
            </a:r>
            <a:r>
              <a:rPr lang="ko-KR" altLang="en-US" smtClean="0"/>
              <a:t>차원 세계에서 점이 중요한 이유</a:t>
            </a:r>
            <a:r>
              <a:rPr lang="en-US" altLang="ko-KR"/>
              <a:t> </a:t>
            </a:r>
            <a:r>
              <a:rPr lang="en-US" altLang="ko-KR" smtClean="0"/>
              <a:t>=&gt; </a:t>
            </a:r>
            <a:r>
              <a:rPr lang="ko-KR" altLang="en-US" smtClean="0"/>
              <a:t>점을 통해 패턴이 바뀜을 알고</a:t>
            </a:r>
            <a:r>
              <a:rPr lang="en-US" altLang="ko-KR" smtClean="0"/>
              <a:t>, </a:t>
            </a:r>
            <a:r>
              <a:rPr lang="ko-KR" altLang="en-US" smtClean="0"/>
              <a:t>그 위치를 통해 그 이유를 찾아낼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61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물리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실질적인 리얼 물리를 넣는 경우는 아직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AI</a:t>
            </a:r>
            <a:r>
              <a:rPr lang="ko-KR" altLang="en-US" smtClean="0"/>
              <a:t>가 건축학을 배워서 그에 입각한 건물을 만들게 될 수도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건물에 리얼 물리를 넣을 수 있게 만들 수 있을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그러면 우리는 어떻게 하면 좋을 지에 대해 고민해야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88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선정의 이유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게임의 가장 중요한 가치 </a:t>
            </a:r>
            <a:r>
              <a:rPr lang="en-US" altLang="ko-KR" smtClean="0"/>
              <a:t>: ‘</a:t>
            </a:r>
            <a:r>
              <a:rPr lang="ko-KR" altLang="en-US" smtClean="0"/>
              <a:t>재미</a:t>
            </a:r>
            <a:r>
              <a:rPr lang="en-US" altLang="ko-KR" smtClean="0"/>
              <a:t>’</a:t>
            </a:r>
          </a:p>
          <a:p>
            <a:r>
              <a:rPr lang="ko-KR" altLang="en-US" smtClean="0"/>
              <a:t>재미 </a:t>
            </a:r>
            <a:r>
              <a:rPr lang="en-US" altLang="ko-KR" smtClean="0"/>
              <a:t>=&gt; </a:t>
            </a:r>
            <a:r>
              <a:rPr lang="ko-KR" altLang="en-US" smtClean="0"/>
              <a:t>적절한 시련과 고난</a:t>
            </a:r>
            <a:endParaRPr lang="en-US" altLang="ko-KR" smtClean="0"/>
          </a:p>
          <a:p>
            <a:r>
              <a:rPr lang="ko-KR" altLang="en-US" smtClean="0"/>
              <a:t>고난에 실패하고</a:t>
            </a:r>
            <a:r>
              <a:rPr lang="en-US" altLang="ko-KR" smtClean="0"/>
              <a:t>, </a:t>
            </a:r>
            <a:r>
              <a:rPr lang="ko-KR" altLang="en-US" smtClean="0"/>
              <a:t>다시 도전할 때 </a:t>
            </a:r>
            <a:r>
              <a:rPr lang="ko-KR" altLang="en-US" b="1" smtClean="0"/>
              <a:t>동기부여</a:t>
            </a:r>
            <a:r>
              <a:rPr lang="ko-KR" altLang="en-US" smtClean="0"/>
              <a:t>를 관리해야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보상 </a:t>
            </a:r>
            <a:r>
              <a:rPr lang="en-US" altLang="ko-KR" smtClean="0"/>
              <a:t>=&gt; </a:t>
            </a:r>
            <a:r>
              <a:rPr lang="ko-KR" altLang="en-US" smtClean="0"/>
              <a:t>동기부여를 관리하는 수단 중 하나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02090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0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보상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/>
          <a:lstStyle/>
          <a:p>
            <a:r>
              <a:rPr lang="ko-KR" altLang="en-US" smtClean="0"/>
              <a:t>이야기</a:t>
            </a:r>
            <a:r>
              <a:rPr lang="en-US" altLang="ko-KR" smtClean="0"/>
              <a:t>(</a:t>
            </a:r>
            <a:r>
              <a:rPr lang="ko-KR" altLang="en-US" smtClean="0"/>
              <a:t>스토리</a:t>
            </a:r>
            <a:r>
              <a:rPr lang="en-US" altLang="ko-KR" smtClean="0"/>
              <a:t>)</a:t>
            </a:r>
            <a:r>
              <a:rPr lang="ko-KR" altLang="en-US" smtClean="0"/>
              <a:t>가 보상</a:t>
            </a:r>
            <a:r>
              <a:rPr lang="en-US" altLang="ko-KR" smtClean="0"/>
              <a:t>? =&gt; </a:t>
            </a:r>
            <a:r>
              <a:rPr lang="ko-KR" altLang="en-US" smtClean="0"/>
              <a:t>이건 전문 작가들도 하기 어렵다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이미지를 본 순간 모험하고 싶다</a:t>
            </a:r>
            <a:r>
              <a:rPr lang="en-US" altLang="ko-KR" smtClean="0"/>
              <a:t>. </a:t>
            </a:r>
            <a:r>
              <a:rPr lang="ko-KR" altLang="en-US" smtClean="0"/>
              <a:t>저기서 살아보고 싶다는 생각이 들게 해야 한다</a:t>
            </a:r>
            <a:r>
              <a:rPr lang="en-US" altLang="ko-KR" smtClean="0"/>
              <a:t>. </a:t>
            </a:r>
            <a:r>
              <a:rPr lang="ko-KR" altLang="en-US" smtClean="0"/>
              <a:t>어떤 모험을 하게 될 지에 대한 기대를 하게 만들어야 한다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아바타의 내</a:t>
            </a:r>
            <a:r>
              <a:rPr lang="en-US" altLang="ko-KR" smtClean="0"/>
              <a:t>.</a:t>
            </a:r>
            <a:r>
              <a:rPr lang="ko-KR" altLang="en-US" smtClean="0"/>
              <a:t>외적인 성장</a:t>
            </a:r>
            <a:endParaRPr lang="en-US" altLang="ko-KR" smtClean="0"/>
          </a:p>
          <a:p>
            <a:pPr lvl="1"/>
            <a:r>
              <a:rPr lang="ko-KR" altLang="en-US" smtClean="0"/>
              <a:t>아바타 성장의 </a:t>
            </a:r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의 차이가 극명하면 재밌다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몬스터 헌터 </a:t>
            </a:r>
            <a:r>
              <a:rPr lang="en-US" altLang="ko-KR" smtClean="0"/>
              <a:t>– </a:t>
            </a:r>
            <a:r>
              <a:rPr lang="ko-KR" altLang="en-US" smtClean="0"/>
              <a:t>보스 몬스터의 외형을 입다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스토리텔링</a:t>
            </a:r>
            <a:endParaRPr lang="en-US" altLang="ko-KR" smtClean="0"/>
          </a:p>
          <a:p>
            <a:pPr lvl="1"/>
            <a:r>
              <a:rPr lang="ko-KR" altLang="en-US" smtClean="0"/>
              <a:t>어떤 유적지에 갔더니</a:t>
            </a:r>
            <a:r>
              <a:rPr lang="en-US" altLang="ko-KR" smtClean="0"/>
              <a:t>, </a:t>
            </a:r>
            <a:r>
              <a:rPr lang="ko-KR" altLang="en-US" smtClean="0"/>
              <a:t>몬스터의 발자국이 매우 크다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경쟁과 협동의 재미</a:t>
            </a:r>
            <a:endParaRPr lang="en-US" altLang="ko-KR" smtClean="0"/>
          </a:p>
          <a:p>
            <a:pPr lvl="1"/>
            <a:r>
              <a:rPr lang="ko-KR" altLang="en-US" smtClean="0"/>
              <a:t>사람들이 모여서 같은 목표를 가지고 플레이를 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53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보상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4. </a:t>
            </a:r>
            <a:r>
              <a:rPr lang="ko-KR" altLang="en-US" smtClean="0"/>
              <a:t>킬러 콘텐츠</a:t>
            </a:r>
            <a:endParaRPr lang="en-US" altLang="ko-KR"/>
          </a:p>
          <a:p>
            <a:pPr lvl="1"/>
            <a:r>
              <a:rPr lang="ko-KR" altLang="en-US" smtClean="0"/>
              <a:t>공성전</a:t>
            </a:r>
            <a:r>
              <a:rPr lang="en-US" altLang="ko-KR" smtClean="0"/>
              <a:t>, </a:t>
            </a:r>
            <a:r>
              <a:rPr lang="ko-KR" altLang="en-US" smtClean="0"/>
              <a:t>어려운 난이도의</a:t>
            </a:r>
            <a:r>
              <a:rPr lang="en-US" altLang="ko-KR" smtClean="0"/>
              <a:t> </a:t>
            </a:r>
            <a:r>
              <a:rPr lang="ko-KR" altLang="en-US" smtClean="0"/>
              <a:t>레이드</a:t>
            </a:r>
            <a:r>
              <a:rPr lang="en-US" altLang="ko-KR"/>
              <a:t> </a:t>
            </a:r>
            <a:r>
              <a:rPr lang="ko-KR" altLang="en-US" smtClean="0"/>
              <a:t>등</a:t>
            </a:r>
            <a:endParaRPr lang="en-US" altLang="ko-KR" smtClean="0"/>
          </a:p>
          <a:p>
            <a:pPr lvl="1"/>
            <a:r>
              <a:rPr lang="ko-KR" altLang="en-US" smtClean="0"/>
              <a:t>구색 맞추기 </a:t>
            </a:r>
            <a:r>
              <a:rPr lang="en-US" altLang="ko-KR" smtClean="0"/>
              <a:t>x. </a:t>
            </a:r>
            <a:r>
              <a:rPr lang="ko-KR" altLang="en-US" smtClean="0"/>
              <a:t>그 게임만의 콘텐츠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포켓몬스터의 몬스터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9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플레이의 작용요소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조작 숙련도</a:t>
            </a:r>
            <a:endParaRPr lang="en-US" altLang="ko-KR" smtClean="0"/>
          </a:p>
          <a:p>
            <a:pPr lvl="1"/>
            <a:r>
              <a:rPr lang="en-US" altLang="ko-KR" smtClean="0"/>
              <a:t>‘</a:t>
            </a:r>
            <a:r>
              <a:rPr lang="ko-KR" altLang="en-US" smtClean="0"/>
              <a:t>손맛</a:t>
            </a:r>
            <a:r>
              <a:rPr lang="en-US" altLang="ko-KR" smtClean="0"/>
              <a:t>’</a:t>
            </a:r>
            <a:r>
              <a:rPr lang="ko-KR" altLang="en-US" smtClean="0"/>
              <a:t>의 재미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닌텐도 큐브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콘텐츠의 이해도</a:t>
            </a:r>
            <a:endParaRPr lang="en-US" altLang="ko-KR" smtClean="0"/>
          </a:p>
          <a:p>
            <a:pPr lvl="1"/>
            <a:endParaRPr lang="en-US" altLang="ko-KR" smtClean="0"/>
          </a:p>
          <a:p>
            <a:pPr lvl="1"/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62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방해요인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</a:t>
            </a:r>
            <a:endParaRPr lang="en-US" altLang="ko-KR" smtClean="0"/>
          </a:p>
          <a:p>
            <a:r>
              <a:rPr lang="ko-KR" altLang="en-US" smtClean="0"/>
              <a:t>퍼즐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555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동기부여가 커야지</a:t>
            </a:r>
            <a:r>
              <a:rPr lang="en-US" altLang="ko-KR" smtClean="0"/>
              <a:t>, </a:t>
            </a:r>
            <a:r>
              <a:rPr lang="ko-KR" altLang="en-US" smtClean="0"/>
              <a:t>재미와 고난의 차이가 커도</a:t>
            </a:r>
            <a:r>
              <a:rPr lang="en-US" altLang="ko-KR" smtClean="0"/>
              <a:t>, </a:t>
            </a:r>
            <a:r>
              <a:rPr lang="ko-KR" altLang="en-US" smtClean="0"/>
              <a:t>그 게임을 계속 하게 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캐릭터</a:t>
            </a:r>
            <a:r>
              <a:rPr lang="ko-KR" altLang="en-US" smtClean="0"/>
              <a:t>가 매력적이어야 사람들은 계속 플레이한다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배경</a:t>
            </a:r>
            <a:r>
              <a:rPr lang="ko-KR" altLang="en-US" smtClean="0"/>
              <a:t>이 익숙하기보다는 </a:t>
            </a:r>
            <a:r>
              <a:rPr lang="en-US" altLang="ko-KR" smtClean="0"/>
              <a:t>/ </a:t>
            </a:r>
            <a:r>
              <a:rPr lang="ko-KR" altLang="en-US" smtClean="0"/>
              <a:t>여행하는 느낌이 들어야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094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856891"/>
            <a:ext cx="7506748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4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캐릭터의 성장의 흐름을 보여주기도</a:t>
            </a:r>
            <a:endParaRPr lang="en-US" altLang="ko-KR" smtClean="0"/>
          </a:p>
          <a:p>
            <a:r>
              <a:rPr lang="ko-KR" altLang="en-US" smtClean="0"/>
              <a:t>이야기를 담아야 하기도</a:t>
            </a:r>
            <a:endParaRPr lang="en-US" altLang="ko-KR" smtClean="0"/>
          </a:p>
          <a:p>
            <a:r>
              <a:rPr lang="ko-KR" altLang="en-US" smtClean="0"/>
              <a:t>경쟁과 협동의 공간이기도</a:t>
            </a:r>
            <a:endParaRPr lang="en-US" altLang="ko-KR" smtClean="0"/>
          </a:p>
          <a:p>
            <a:r>
              <a:rPr lang="ko-KR" altLang="en-US" smtClean="0"/>
              <a:t>킬러 콘텐츠를 보여주기도</a:t>
            </a:r>
            <a:endParaRPr lang="en-US" altLang="ko-KR" smtClean="0"/>
          </a:p>
          <a:p>
            <a:r>
              <a:rPr lang="ko-KR" altLang="en-US" smtClean="0"/>
              <a:t>웨이 포인트 </a:t>
            </a:r>
            <a:r>
              <a:rPr lang="en-US" altLang="ko-KR" smtClean="0"/>
              <a:t>(</a:t>
            </a:r>
            <a:r>
              <a:rPr lang="ko-KR" altLang="en-US" smtClean="0"/>
              <a:t>플레이의 동선 흐름</a:t>
            </a:r>
            <a:r>
              <a:rPr lang="en-US" altLang="ko-KR" smtClean="0"/>
              <a:t>)</a:t>
            </a:r>
            <a:r>
              <a:rPr lang="ko-KR" altLang="en-US" smtClean="0"/>
              <a:t>를 보여주기도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360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역사에서 괜찮았던 여성 주인공들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smtClean="0"/>
              <a:t>베요네타 </a:t>
            </a:r>
            <a:r>
              <a:rPr lang="en-US" altLang="ko-KR" smtClean="0"/>
              <a:t>– </a:t>
            </a:r>
            <a:r>
              <a:rPr lang="ko-KR" altLang="en-US" smtClean="0"/>
              <a:t>기획자로서 관심가져야 할 베요네타의 설정 </a:t>
            </a:r>
            <a:r>
              <a:rPr lang="en-US" altLang="ko-KR" smtClean="0"/>
              <a:t>: </a:t>
            </a:r>
            <a:r>
              <a:rPr lang="ko-KR" altLang="en-US" smtClean="0"/>
              <a:t>머리카락이 옷 </a:t>
            </a:r>
            <a:r>
              <a:rPr lang="en-US" altLang="ko-KR" smtClean="0"/>
              <a:t>=&gt; </a:t>
            </a:r>
            <a:r>
              <a:rPr lang="ko-KR" altLang="en-US" smtClean="0"/>
              <a:t>성 상품화는 맞다</a:t>
            </a:r>
            <a:r>
              <a:rPr lang="en-US" altLang="ko-KR" smtClean="0"/>
              <a:t>. </a:t>
            </a:r>
            <a:r>
              <a:rPr lang="ko-KR" altLang="en-US" smtClean="0"/>
              <a:t>스킬을 쓸 때마다 노출</a:t>
            </a:r>
            <a:r>
              <a:rPr lang="en-US" altLang="ko-KR" smtClean="0"/>
              <a:t>. ‘</a:t>
            </a:r>
            <a:r>
              <a:rPr lang="ko-KR" altLang="en-US" smtClean="0"/>
              <a:t>섹시 컨셉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모탈컴뱃의 키네타</a:t>
            </a:r>
            <a:r>
              <a:rPr lang="en-US" altLang="ko-KR" smtClean="0"/>
              <a:t>(?)</a:t>
            </a:r>
            <a:r>
              <a:rPr lang="ko-KR" altLang="en-US" smtClean="0"/>
              <a:t> </a:t>
            </a:r>
            <a:r>
              <a:rPr lang="en-US" altLang="ko-KR" smtClean="0"/>
              <a:t>– </a:t>
            </a:r>
            <a:r>
              <a:rPr lang="ko-KR" altLang="en-US" smtClean="0"/>
              <a:t>마무리 스킬인 </a:t>
            </a:r>
            <a:r>
              <a:rPr lang="en-US" altLang="ko-KR" smtClean="0"/>
              <a:t>‘</a:t>
            </a:r>
            <a:r>
              <a:rPr lang="ko-KR" altLang="en-US" smtClean="0"/>
              <a:t>마지막 키스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페이스 </a:t>
            </a:r>
            <a:r>
              <a:rPr lang="en-US" altLang="ko-KR" smtClean="0"/>
              <a:t>– </a:t>
            </a:r>
            <a:r>
              <a:rPr lang="ko-KR" altLang="en-US" smtClean="0"/>
              <a:t>대중적인 미의 기준에서 벗어난 외모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대중적인 미의 여성 캐릭터는 성공에서 꼭 필요하다</a:t>
            </a:r>
            <a:r>
              <a:rPr lang="en-US" altLang="ko-KR" smtClean="0"/>
              <a:t>. </a:t>
            </a:r>
            <a:r>
              <a:rPr lang="ko-KR" altLang="en-US" smtClean="0"/>
              <a:t>그러나</a:t>
            </a:r>
            <a:r>
              <a:rPr lang="en-US" altLang="ko-KR" smtClean="0"/>
              <a:t>, </a:t>
            </a:r>
            <a:r>
              <a:rPr lang="ko-KR" altLang="en-US" smtClean="0"/>
              <a:t>언젠가는 이것에서 벗어난 여성 캐릭터로 성공한 게임도 등장할 것이다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캐릭터가 고유한 패션과 스타일을 가지고 있다</a:t>
            </a:r>
            <a:r>
              <a:rPr lang="en-US" altLang="ko-KR" smtClean="0"/>
              <a:t>. </a:t>
            </a:r>
            <a:r>
              <a:rPr lang="ko-KR" altLang="en-US" smtClean="0"/>
              <a:t>그 스타일이 현재까지도 많은 사랑을 받는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36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주인공이 조작하는 건 다 가능</a:t>
            </a:r>
            <a:endParaRPr lang="en-US" altLang="ko-KR" smtClean="0"/>
          </a:p>
          <a:p>
            <a:r>
              <a:rPr lang="ko-KR" altLang="en-US" smtClean="0"/>
              <a:t>다른 사람들이 조작하면 먹통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포탈 속을 직접 탐험</a:t>
            </a:r>
            <a:endParaRPr lang="en-US" altLang="ko-KR" smtClean="0"/>
          </a:p>
          <a:p>
            <a:r>
              <a:rPr lang="ko-KR" altLang="en-US" smtClean="0"/>
              <a:t>포탈 속에 드론으로 탐험</a:t>
            </a:r>
            <a:endParaRPr lang="en-US" altLang="ko-KR" smtClean="0"/>
          </a:p>
          <a:p>
            <a:r>
              <a:rPr lang="ko-KR" altLang="en-US" smtClean="0"/>
              <a:t>선택이지만 둘 다 주인공만 가능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381</Words>
  <Application>Microsoft Office PowerPoint</Application>
  <PresentationFormat>와이드스크린</PresentationFormat>
  <Paragraphs>75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차원</vt:lpstr>
      <vt:lpstr>물리</vt:lpstr>
      <vt:lpstr>선정의 이유</vt:lpstr>
      <vt:lpstr>보상</vt:lpstr>
      <vt:lpstr>보상</vt:lpstr>
      <vt:lpstr>플레이의 작용요소</vt:lpstr>
      <vt:lpstr>방해요인</vt:lpstr>
      <vt:lpstr>학습</vt:lpstr>
      <vt:lpstr>캐릭터</vt:lpstr>
      <vt:lpstr>PowerPoint 프레젠테이션</vt:lpstr>
      <vt:lpstr>내 게임은</vt:lpstr>
      <vt:lpstr>게임 역사에서 괜찮았던 여성 주인공들</vt:lpstr>
      <vt:lpstr>떠오른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</dc:title>
  <dc:creator>FullName</dc:creator>
  <cp:lastModifiedBy>FullName</cp:lastModifiedBy>
  <cp:revision>12</cp:revision>
  <dcterms:created xsi:type="dcterms:W3CDTF">2026-04-14T04:53:30Z</dcterms:created>
  <dcterms:modified xsi:type="dcterms:W3CDTF">2026-04-14T06:55:28Z</dcterms:modified>
</cp:coreProperties>
</file>