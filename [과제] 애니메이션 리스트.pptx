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56" r:id="rId4"/>
    <p:sldId id="271" r:id="rId5"/>
    <p:sldId id="27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A"/>
    <a:srgbClr val="222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9A27A-62C8-4235-A316-55CB1E90CFAF}" v="57" dt="2026-04-24T03:28:08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2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4-24T03:30:38.058" v="1444" actId="47"/>
      <pc:docMkLst>
        <pc:docMk/>
      </pc:docMkLst>
      <pc:sldChg chg="delSp modSp add mod setBg">
        <pc:chgData name="musukie52@gmail.com" userId="017bd91f96aa8751" providerId="LiveId" clId="{5B2C3894-F97E-4CAB-8812-5BB4D83AAC6A}" dt="2026-04-24T03:02:30.471" v="102" actId="20577"/>
        <pc:sldMkLst>
          <pc:docMk/>
          <pc:sldMk cId="2537218218" sldId="256"/>
        </pc:sldMkLst>
        <pc:spChg chg="mod">
          <ac:chgData name="musukie52@gmail.com" userId="017bd91f96aa8751" providerId="LiveId" clId="{5B2C3894-F97E-4CAB-8812-5BB4D83AAC6A}" dt="2026-04-24T03:02:09.498" v="33" actId="20577"/>
          <ac:spMkLst>
            <pc:docMk/>
            <pc:sldMk cId="2537218218" sldId="256"/>
            <ac:spMk id="2" creationId="{DEB58A47-987A-3A11-13D5-508DA18E1667}"/>
          </ac:spMkLst>
        </pc:spChg>
        <pc:spChg chg="del">
          <ac:chgData name="musukie52@gmail.com" userId="017bd91f96aa8751" providerId="LiveId" clId="{5B2C3894-F97E-4CAB-8812-5BB4D83AAC6A}" dt="2026-04-24T03:01:47.902" v="3" actId="478"/>
          <ac:spMkLst>
            <pc:docMk/>
            <pc:sldMk cId="2537218218" sldId="256"/>
            <ac:spMk id="3" creationId="{28EDFF3D-A97C-A071-E02A-7B48A2399954}"/>
          </ac:spMkLst>
        </pc:spChg>
        <pc:spChg chg="mod">
          <ac:chgData name="musukie52@gmail.com" userId="017bd91f96aa8751" providerId="LiveId" clId="{5B2C3894-F97E-4CAB-8812-5BB4D83AAC6A}" dt="2026-04-24T03:02:14.393" v="60" actId="20577"/>
          <ac:spMkLst>
            <pc:docMk/>
            <pc:sldMk cId="2537218218" sldId="256"/>
            <ac:spMk id="8" creationId="{174B5500-1986-2818-C163-D77A465641FA}"/>
          </ac:spMkLst>
        </pc:spChg>
        <pc:spChg chg="mod">
          <ac:chgData name="musukie52@gmail.com" userId="017bd91f96aa8751" providerId="LiveId" clId="{5B2C3894-F97E-4CAB-8812-5BB4D83AAC6A}" dt="2026-04-24T03:02:30.471" v="102" actId="20577"/>
          <ac:spMkLst>
            <pc:docMk/>
            <pc:sldMk cId="2537218218" sldId="256"/>
            <ac:spMk id="10" creationId="{AD2A4811-9EA5-B59D-C5EA-A1669FC1BE67}"/>
          </ac:spMkLst>
        </pc:spChg>
      </pc:sldChg>
      <pc:sldChg chg="add del setBg">
        <pc:chgData name="musukie52@gmail.com" userId="017bd91f96aa8751" providerId="LiveId" clId="{5B2C3894-F97E-4CAB-8812-5BB4D83AAC6A}" dt="2026-04-24T03:30:38.058" v="1444" actId="47"/>
        <pc:sldMkLst>
          <pc:docMk/>
          <pc:sldMk cId="1510327969" sldId="257"/>
        </pc:sldMkLst>
      </pc:sldChg>
      <pc:sldChg chg="add">
        <pc:chgData name="musukie52@gmail.com" userId="017bd91f96aa8751" providerId="LiveId" clId="{5B2C3894-F97E-4CAB-8812-5BB4D83AAC6A}" dt="2026-04-24T02:51:16.481" v="0"/>
        <pc:sldMkLst>
          <pc:docMk/>
          <pc:sldMk cId="1519393224" sldId="262"/>
        </pc:sldMkLst>
      </pc:sldChg>
      <pc:sldChg chg="add">
        <pc:chgData name="musukie52@gmail.com" userId="017bd91f96aa8751" providerId="LiveId" clId="{5B2C3894-F97E-4CAB-8812-5BB4D83AAC6A}" dt="2026-04-24T02:51:16.481" v="0"/>
        <pc:sldMkLst>
          <pc:docMk/>
          <pc:sldMk cId="956562548" sldId="266"/>
        </pc:sldMkLst>
      </pc:sldChg>
      <pc:sldChg chg="addSp delSp modSp add mod setBg">
        <pc:chgData name="musukie52@gmail.com" userId="017bd91f96aa8751" providerId="LiveId" clId="{5B2C3894-F97E-4CAB-8812-5BB4D83AAC6A}" dt="2026-04-24T03:27:07.964" v="1354" actId="2710"/>
        <pc:sldMkLst>
          <pc:docMk/>
          <pc:sldMk cId="1634438572" sldId="271"/>
        </pc:sldMkLst>
        <pc:spChg chg="mod">
          <ac:chgData name="musukie52@gmail.com" userId="017bd91f96aa8751" providerId="LiveId" clId="{5B2C3894-F97E-4CAB-8812-5BB4D83AAC6A}" dt="2026-04-24T03:15:28.045" v="1055" actId="1076"/>
          <ac:spMkLst>
            <pc:docMk/>
            <pc:sldMk cId="1634438572" sldId="271"/>
            <ac:spMk id="9" creationId="{2E7D5241-6F8B-F7D6-1361-183A06DF94DF}"/>
          </ac:spMkLst>
        </pc:spChg>
        <pc:graphicFrameChg chg="mod modGraphic">
          <ac:chgData name="musukie52@gmail.com" userId="017bd91f96aa8751" providerId="LiveId" clId="{5B2C3894-F97E-4CAB-8812-5BB4D83AAC6A}" dt="2026-04-24T03:27:07.964" v="1354" actId="2710"/>
          <ac:graphicFrameMkLst>
            <pc:docMk/>
            <pc:sldMk cId="1634438572" sldId="271"/>
            <ac:graphicFrameMk id="8" creationId="{69B8EFA6-365E-2463-3312-CECD673258BF}"/>
          </ac:graphicFrameMkLst>
        </pc:graphicFrameChg>
        <pc:cxnChg chg="mod">
          <ac:chgData name="musukie52@gmail.com" userId="017bd91f96aa8751" providerId="LiveId" clId="{5B2C3894-F97E-4CAB-8812-5BB4D83AAC6A}" dt="2026-04-24T03:15:20.153" v="1054" actId="1036"/>
          <ac:cxnSpMkLst>
            <pc:docMk/>
            <pc:sldMk cId="1634438572" sldId="271"/>
            <ac:cxnSpMk id="4" creationId="{39A4A24E-8648-AB02-F119-0A46B196D3EF}"/>
          </ac:cxnSpMkLst>
        </pc:cxnChg>
        <pc:cxnChg chg="del">
          <ac:chgData name="musukie52@gmail.com" userId="017bd91f96aa8751" providerId="LiveId" clId="{5B2C3894-F97E-4CAB-8812-5BB4D83AAC6A}" dt="2026-04-24T03:04:05.280" v="311" actId="478"/>
          <ac:cxnSpMkLst>
            <pc:docMk/>
            <pc:sldMk cId="1634438572" sldId="271"/>
            <ac:cxnSpMk id="5" creationId="{4A7E756E-31A6-14E6-44A5-D96854581D86}"/>
          </ac:cxnSpMkLst>
        </pc:cxnChg>
        <pc:cxnChg chg="add mod">
          <ac:chgData name="musukie52@gmail.com" userId="017bd91f96aa8751" providerId="LiveId" clId="{5B2C3894-F97E-4CAB-8812-5BB4D83AAC6A}" dt="2026-04-24T03:15:54.872" v="1065" actId="1037"/>
          <ac:cxnSpMkLst>
            <pc:docMk/>
            <pc:sldMk cId="1634438572" sldId="271"/>
            <ac:cxnSpMk id="14" creationId="{7B81486F-50FF-3C7C-C596-0474ECBA32FB}"/>
          </ac:cxnSpMkLst>
        </pc:cxnChg>
        <pc:cxnChg chg="add mod">
          <ac:chgData name="musukie52@gmail.com" userId="017bd91f96aa8751" providerId="LiveId" clId="{5B2C3894-F97E-4CAB-8812-5BB4D83AAC6A}" dt="2026-04-24T03:16:13.771" v="1075" actId="1076"/>
          <ac:cxnSpMkLst>
            <pc:docMk/>
            <pc:sldMk cId="1634438572" sldId="271"/>
            <ac:cxnSpMk id="15" creationId="{FE3012C7-A68A-E93A-19F5-D0D30F9ED367}"/>
          </ac:cxnSpMkLst>
        </pc:cxnChg>
        <pc:cxnChg chg="mod">
          <ac:chgData name="musukie52@gmail.com" userId="017bd91f96aa8751" providerId="LiveId" clId="{5B2C3894-F97E-4CAB-8812-5BB4D83AAC6A}" dt="2026-04-24T03:15:20.153" v="1054" actId="1036"/>
          <ac:cxnSpMkLst>
            <pc:docMk/>
            <pc:sldMk cId="1634438572" sldId="271"/>
            <ac:cxnSpMk id="19" creationId="{4059187A-CBA0-5B9A-F673-311272A05F76}"/>
          </ac:cxnSpMkLst>
        </pc:cxnChg>
        <pc:cxnChg chg="mod">
          <ac:chgData name="musukie52@gmail.com" userId="017bd91f96aa8751" providerId="LiveId" clId="{5B2C3894-F97E-4CAB-8812-5BB4D83AAC6A}" dt="2026-04-24T03:15:20.153" v="1054" actId="1036"/>
          <ac:cxnSpMkLst>
            <pc:docMk/>
            <pc:sldMk cId="1634438572" sldId="271"/>
            <ac:cxnSpMk id="26" creationId="{072FFEE0-C813-A99D-E163-B282DB0A5663}"/>
          </ac:cxnSpMkLst>
        </pc:cxnChg>
        <pc:cxnChg chg="mod">
          <ac:chgData name="musukie52@gmail.com" userId="017bd91f96aa8751" providerId="LiveId" clId="{5B2C3894-F97E-4CAB-8812-5BB4D83AAC6A}" dt="2026-04-24T03:15:20.153" v="1054" actId="1036"/>
          <ac:cxnSpMkLst>
            <pc:docMk/>
            <pc:sldMk cId="1634438572" sldId="271"/>
            <ac:cxnSpMk id="27" creationId="{53D65DBD-A305-1E5B-2769-EDE7DE6ED557}"/>
          </ac:cxnSpMkLst>
        </pc:cxnChg>
        <pc:cxnChg chg="mod">
          <ac:chgData name="musukie52@gmail.com" userId="017bd91f96aa8751" providerId="LiveId" clId="{5B2C3894-F97E-4CAB-8812-5BB4D83AAC6A}" dt="2026-04-24T03:15:20.153" v="1054" actId="1036"/>
          <ac:cxnSpMkLst>
            <pc:docMk/>
            <pc:sldMk cId="1634438572" sldId="271"/>
            <ac:cxnSpMk id="28" creationId="{9F016C68-32CA-CFDD-8943-8986D68D7D24}"/>
          </ac:cxnSpMkLst>
        </pc:cxnChg>
      </pc:sldChg>
      <pc:sldChg chg="delSp modSp add del mod setBg">
        <pc:chgData name="musukie52@gmail.com" userId="017bd91f96aa8751" providerId="LiveId" clId="{5B2C3894-F97E-4CAB-8812-5BB4D83AAC6A}" dt="2026-04-24T03:16:23.727" v="1077" actId="47"/>
        <pc:sldMkLst>
          <pc:docMk/>
          <pc:sldMk cId="3553891120" sldId="272"/>
        </pc:sldMkLst>
        <pc:spChg chg="mod">
          <ac:chgData name="musukie52@gmail.com" userId="017bd91f96aa8751" providerId="LiveId" clId="{5B2C3894-F97E-4CAB-8812-5BB4D83AAC6A}" dt="2026-04-24T03:10:13.295" v="419" actId="20577"/>
          <ac:spMkLst>
            <pc:docMk/>
            <pc:sldMk cId="3553891120" sldId="272"/>
            <ac:spMk id="9" creationId="{2859082F-E848-2CAE-6E56-17042E922F4A}"/>
          </ac:spMkLst>
        </pc:spChg>
        <pc:graphicFrameChg chg="modGraphic">
          <ac:chgData name="musukie52@gmail.com" userId="017bd91f96aa8751" providerId="LiveId" clId="{5B2C3894-F97E-4CAB-8812-5BB4D83AAC6A}" dt="2026-04-24T03:11:24.562" v="452" actId="20577"/>
          <ac:graphicFrameMkLst>
            <pc:docMk/>
            <pc:sldMk cId="3553891120" sldId="272"/>
            <ac:graphicFrameMk id="8" creationId="{13F0E84C-C592-9C11-C101-78D96089A3F3}"/>
          </ac:graphicFrameMkLst>
        </pc:graphicFrameChg>
        <pc:cxnChg chg="del">
          <ac:chgData name="musukie52@gmail.com" userId="017bd91f96aa8751" providerId="LiveId" clId="{5B2C3894-F97E-4CAB-8812-5BB4D83AAC6A}" dt="2026-04-24T03:10:31.113" v="421" actId="478"/>
          <ac:cxnSpMkLst>
            <pc:docMk/>
            <pc:sldMk cId="3553891120" sldId="272"/>
            <ac:cxnSpMk id="4" creationId="{F4E4D604-7DB6-EC7E-36AA-7EB8B1ED2025}"/>
          </ac:cxnSpMkLst>
        </pc:cxnChg>
        <pc:cxnChg chg="mod">
          <ac:chgData name="musukie52@gmail.com" userId="017bd91f96aa8751" providerId="LiveId" clId="{5B2C3894-F97E-4CAB-8812-5BB4D83AAC6A}" dt="2026-04-24T03:10:33.461" v="422" actId="1076"/>
          <ac:cxnSpMkLst>
            <pc:docMk/>
            <pc:sldMk cId="3553891120" sldId="272"/>
            <ac:cxnSpMk id="28" creationId="{02005062-E3D5-1F43-2FF8-A02DE6F526F9}"/>
          </ac:cxnSpMkLst>
        </pc:cxnChg>
      </pc:sldChg>
      <pc:sldChg chg="modSp add mod setBg">
        <pc:chgData name="musukie52@gmail.com" userId="017bd91f96aa8751" providerId="LiveId" clId="{5B2C3894-F97E-4CAB-8812-5BB4D83AAC6A}" dt="2026-04-24T03:30:31.789" v="1443" actId="1035"/>
        <pc:sldMkLst>
          <pc:docMk/>
          <pc:sldMk cId="316356621" sldId="273"/>
        </pc:sldMkLst>
        <pc:spChg chg="mod">
          <ac:chgData name="musukie52@gmail.com" userId="017bd91f96aa8751" providerId="LiveId" clId="{5B2C3894-F97E-4CAB-8812-5BB4D83AAC6A}" dt="2026-04-24T03:16:32.203" v="1087" actId="20577"/>
          <ac:spMkLst>
            <pc:docMk/>
            <pc:sldMk cId="316356621" sldId="273"/>
            <ac:spMk id="9" creationId="{26DF59BD-CD30-E5D7-4023-F8C2CEFD13E8}"/>
          </ac:spMkLst>
        </pc:spChg>
        <pc:graphicFrameChg chg="mod modGraphic">
          <ac:chgData name="musukie52@gmail.com" userId="017bd91f96aa8751" providerId="LiveId" clId="{5B2C3894-F97E-4CAB-8812-5BB4D83AAC6A}" dt="2026-04-24T03:29:38.385" v="1399" actId="14734"/>
          <ac:graphicFrameMkLst>
            <pc:docMk/>
            <pc:sldMk cId="316356621" sldId="273"/>
            <ac:graphicFrameMk id="8" creationId="{BA1DCAEA-82C6-EC3A-C921-641A3513F6AA}"/>
          </ac:graphicFrameMkLst>
        </pc:graphicFrameChg>
        <pc:cxnChg chg="mod">
          <ac:chgData name="musukie52@gmail.com" userId="017bd91f96aa8751" providerId="LiveId" clId="{5B2C3894-F97E-4CAB-8812-5BB4D83AAC6A}" dt="2026-04-24T03:30:19.687" v="1422" actId="1035"/>
          <ac:cxnSpMkLst>
            <pc:docMk/>
            <pc:sldMk cId="316356621" sldId="273"/>
            <ac:cxnSpMk id="4" creationId="{61AFC349-4F76-4C43-0FB9-E0686511B751}"/>
          </ac:cxnSpMkLst>
        </pc:cxnChg>
        <pc:cxnChg chg="mod">
          <ac:chgData name="musukie52@gmail.com" userId="017bd91f96aa8751" providerId="LiveId" clId="{5B2C3894-F97E-4CAB-8812-5BB4D83AAC6A}" dt="2026-04-24T03:30:27.989" v="1436" actId="1035"/>
          <ac:cxnSpMkLst>
            <pc:docMk/>
            <pc:sldMk cId="316356621" sldId="273"/>
            <ac:cxnSpMk id="14" creationId="{8233AAB3-7D6F-0423-1A26-F07123AB1B31}"/>
          </ac:cxnSpMkLst>
        </pc:cxnChg>
        <pc:cxnChg chg="mod">
          <ac:chgData name="musukie52@gmail.com" userId="017bd91f96aa8751" providerId="LiveId" clId="{5B2C3894-F97E-4CAB-8812-5BB4D83AAC6A}" dt="2026-04-24T03:30:31.789" v="1443" actId="1035"/>
          <ac:cxnSpMkLst>
            <pc:docMk/>
            <pc:sldMk cId="316356621" sldId="273"/>
            <ac:cxnSpMk id="15" creationId="{34B702C2-085D-DD28-1F7E-06A4DBD1C951}"/>
          </ac:cxnSpMkLst>
        </pc:cxnChg>
        <pc:cxnChg chg="mod">
          <ac:chgData name="musukie52@gmail.com" userId="017bd91f96aa8751" providerId="LiveId" clId="{5B2C3894-F97E-4CAB-8812-5BB4D83AAC6A}" dt="2026-04-24T03:20:34.862" v="1254" actId="14100"/>
          <ac:cxnSpMkLst>
            <pc:docMk/>
            <pc:sldMk cId="316356621" sldId="273"/>
            <ac:cxnSpMk id="19" creationId="{733BEFE1-EDFA-07B1-9CD5-569E33B83E47}"/>
          </ac:cxnSpMkLst>
        </pc:cxnChg>
        <pc:cxnChg chg="mod">
          <ac:chgData name="musukie52@gmail.com" userId="017bd91f96aa8751" providerId="LiveId" clId="{5B2C3894-F97E-4CAB-8812-5BB4D83AAC6A}" dt="2026-04-24T03:30:11.382" v="1408" actId="1035"/>
          <ac:cxnSpMkLst>
            <pc:docMk/>
            <pc:sldMk cId="316356621" sldId="273"/>
            <ac:cxnSpMk id="26" creationId="{672A0350-934E-A9B7-631E-FFBECFCCAF82}"/>
          </ac:cxnSpMkLst>
        </pc:cxnChg>
        <pc:cxnChg chg="mod">
          <ac:chgData name="musukie52@gmail.com" userId="017bd91f96aa8751" providerId="LiveId" clId="{5B2C3894-F97E-4CAB-8812-5BB4D83AAC6A}" dt="2026-04-24T03:30:15.223" v="1415" actId="1035"/>
          <ac:cxnSpMkLst>
            <pc:docMk/>
            <pc:sldMk cId="316356621" sldId="273"/>
            <ac:cxnSpMk id="27" creationId="{69BCC6CA-A502-63DE-0A92-83833E662231}"/>
          </ac:cxnSpMkLst>
        </pc:cxnChg>
        <pc:cxnChg chg="mod">
          <ac:chgData name="musukie52@gmail.com" userId="017bd91f96aa8751" providerId="LiveId" clId="{5B2C3894-F97E-4CAB-8812-5BB4D83AAC6A}" dt="2026-04-24T03:30:24.564" v="1429" actId="1035"/>
          <ac:cxnSpMkLst>
            <pc:docMk/>
            <pc:sldMk cId="316356621" sldId="273"/>
            <ac:cxnSpMk id="28" creationId="{A10FFEA4-DFB0-C6B8-2D07-84D9DD2221C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F48E0-64D7-3183-2C94-E07BCF592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B13C3-8634-28DA-7496-44F904BF3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BE2A1-61FF-83EE-6398-8CE32830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64F87B-2D62-CE1A-FAF8-868B1E12F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FA7E9F-3D20-8306-935B-6F73340B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31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D8F92-9362-A3B0-CE2C-CFE91420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5C3F5E-8D6C-2754-B587-0A2AF78C7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DA3983-E674-6E46-D3E3-41541D09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3CE4CB-7FCB-A823-CCEA-892ED1A5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39533-9D46-10B7-359B-13B2E641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3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CB03B-2606-4BBC-B9CD-7BC71086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75D994-C3D1-A3A9-E64F-145BB507D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56E1C5-7FBE-C075-DE40-5E75AF80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5F8846-196A-196B-899F-6578DD7F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1AB714-C44A-F341-9A76-6B09DE482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688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ADB80-8E39-11A5-2CFF-43399516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6AE1AB-074D-9ADB-861C-DC67DE54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BA023D-8FA5-4CF2-BB7D-B95EB8789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8C262F-0781-1200-2AA6-E6940AE0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9396A4-5C5D-17ED-A583-BF12161A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7D9853-B090-2755-A1C5-6063EC6B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44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7BBD6-D2FF-10C1-4946-DA08CD8F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90ACE5-0B25-5801-13B5-6662C0645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F3ECE1-5037-1769-59A6-2C1E65EA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52C6EC-9407-257C-187F-F08EC5D0B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A20005-F9EE-0539-7ECF-700111197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8CCB43-0FEA-CCAF-4F75-E85F8A4A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37EA-8E87-1259-473A-4826D5F95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A63A0B-279F-F13B-151D-95D18F6B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88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95E0E7-6587-1984-C685-D81D34D4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6BDB37-F888-4A9A-1B89-ECFADCD5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888EC4-A51D-D449-8E9F-12521A2D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ADC271-62A0-6755-B3E8-3C331855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53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4F07F3-07FC-C7D0-BC4B-B3888DF4F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E9658C-0F1C-36FC-768B-FCED4170C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214C1-E32A-0E76-C96D-B9406250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10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B0D3A-F59F-E391-9E24-DFD60D880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5ECC17-3BE9-E322-DC55-875BACBBB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6BB3A3-9923-AE9A-F9A5-7EC9EB483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2FEABC-CB8D-93EB-D860-275223B7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A4461C-92DE-F045-502C-5BFF3D45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99145C-3348-E971-E9C9-3C7CCA46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58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BEEC7-1690-04B0-1916-BD063658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628426-F910-DF3D-0FD1-FFD00EB8C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87FCF0-455E-C131-0FAF-90821DB80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6C128B-E341-12C4-9137-197C1785A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3628F1-4B23-9703-EE09-BFCD29E9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778628-5D43-C13D-B0FC-66D7C5E1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64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85587-C57F-DE1D-AA8C-EC90884D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9F65C6-D3F3-3181-CB23-8D23E1DFDD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A2DE4-4BCA-D1E9-6C83-08B62EE70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011216-E946-4196-7C61-A44F63C2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B3581-01FE-4FA9-2AD0-819215A7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53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9A35EF-BB9F-BF0D-4073-437EB9B50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684C31-D877-4ACD-56EF-54D484BD5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57A1C9-4DF2-904A-2873-36C3EAB86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9BB143-0513-A98F-A038-5A1EE90AB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457567-C266-BA00-3142-0F4ACCAD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15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35EDA4-3B29-3D18-D243-053E64FB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250F1-2657-B5F7-B6AC-E08F63C93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A4AE5D-6680-1F0D-A931-EC130E418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DB896-22DD-4EE2-A11A-18AF630D2A04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E36652-2F85-429D-9A8D-E3D5C4988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F418FE-D80D-DECB-259B-ED2981F47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AC897-3D81-400E-80DB-DC1834F8F7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140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14401" y="2299084"/>
          <a:ext cx="10773030" cy="35325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4606">
                  <a:extLst>
                    <a:ext uri="{9D8B030D-6E8A-4147-A177-3AD203B41FA5}">
                      <a16:colId xmlns:a16="http://schemas.microsoft.com/office/drawing/2014/main" val="3156901607"/>
                    </a:ext>
                  </a:extLst>
                </a:gridCol>
                <a:gridCol w="2154606">
                  <a:extLst>
                    <a:ext uri="{9D8B030D-6E8A-4147-A177-3AD203B41FA5}">
                      <a16:colId xmlns:a16="http://schemas.microsoft.com/office/drawing/2014/main" val="4208256560"/>
                    </a:ext>
                  </a:extLst>
                </a:gridCol>
                <a:gridCol w="6463818">
                  <a:extLst>
                    <a:ext uri="{9D8B030D-6E8A-4147-A177-3AD203B41FA5}">
                      <a16:colId xmlns:a16="http://schemas.microsoft.com/office/drawing/2014/main" val="2767795771"/>
                    </a:ext>
                  </a:extLst>
                </a:gridCol>
              </a:tblGrid>
              <a:tr h="706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동작의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006164"/>
                  </a:ext>
                </a:extLst>
              </a:tr>
              <a:tr h="7065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비 전투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괜찮은 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거친 숨을 고르며 억지로 입꼬리를 올리거나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떨리는 손을 숨긴다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044339"/>
                  </a:ext>
                </a:extLst>
              </a:tr>
              <a:tr h="7065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비켜주기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다수의 </a:t>
                      </a:r>
                      <a:r>
                        <a:rPr lang="en-US" altLang="ko-KR" sz="1500"/>
                        <a:t>NPC</a:t>
                      </a:r>
                      <a:r>
                        <a:rPr lang="ko-KR" altLang="en-US" sz="1500"/>
                        <a:t>가 올 때 길을 터준다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509444"/>
                  </a:ext>
                </a:extLst>
              </a:tr>
              <a:tr h="70651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탈진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보스전 직후</a:t>
                      </a:r>
                      <a:r>
                        <a:rPr lang="en-US" altLang="ko-KR" sz="1500" baseline="0"/>
                        <a:t> </a:t>
                      </a:r>
                      <a:r>
                        <a:rPr lang="ko-KR" altLang="en-US" sz="1500" baseline="0"/>
                        <a:t>도움 요청을 수락 시</a:t>
                      </a:r>
                      <a:r>
                        <a:rPr lang="en-US" altLang="ko-KR" sz="1500" baseline="0"/>
                        <a:t>,</a:t>
                      </a:r>
                      <a:r>
                        <a:rPr lang="ko-KR" altLang="en-US" sz="1500"/>
                        <a:t> 이동 속도가 매우 느려진다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638376"/>
                  </a:ext>
                </a:extLst>
              </a:tr>
              <a:tr h="706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전투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포옹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슬프고 괴로워하면서 죽어가는 몬스터</a:t>
                      </a:r>
                      <a:r>
                        <a:rPr lang="en-US" altLang="ko-KR" sz="1500"/>
                        <a:t>(</a:t>
                      </a:r>
                      <a:r>
                        <a:rPr lang="ko-KR" altLang="en-US" sz="1500"/>
                        <a:t>옛 친구</a:t>
                      </a:r>
                      <a:r>
                        <a:rPr lang="en-US" altLang="ko-KR" sz="1500"/>
                        <a:t>)</a:t>
                      </a:r>
                      <a:r>
                        <a:rPr lang="ko-KR" altLang="en-US" sz="1500"/>
                        <a:t>를 안아준다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129316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주인공 애니메이션 리스트</a:t>
            </a:r>
          </a:p>
        </p:txBody>
      </p:sp>
    </p:spTree>
    <p:extLst>
      <p:ext uri="{BB962C8B-B14F-4D97-AF65-F5344CB8AC3E}">
        <p14:creationId xmlns:p14="http://schemas.microsoft.com/office/powerpoint/2010/main" val="151939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14401" y="1690688"/>
          <a:ext cx="10773030" cy="4775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9485">
                  <a:extLst>
                    <a:ext uri="{9D8B030D-6E8A-4147-A177-3AD203B41FA5}">
                      <a16:colId xmlns:a16="http://schemas.microsoft.com/office/drawing/2014/main" val="3156901607"/>
                    </a:ext>
                  </a:extLst>
                </a:gridCol>
                <a:gridCol w="2148114">
                  <a:extLst>
                    <a:ext uri="{9D8B030D-6E8A-4147-A177-3AD203B41FA5}">
                      <a16:colId xmlns:a16="http://schemas.microsoft.com/office/drawing/2014/main" val="4208256560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2767795771"/>
                    </a:ext>
                  </a:extLst>
                </a:gridCol>
                <a:gridCol w="6142974">
                  <a:extLst>
                    <a:ext uri="{9D8B030D-6E8A-4147-A177-3AD203B41FA5}">
                      <a16:colId xmlns:a16="http://schemas.microsoft.com/office/drawing/2014/main" val="808842687"/>
                    </a:ext>
                  </a:extLst>
                </a:gridCol>
              </a:tblGrid>
              <a:tr h="7065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동작의 타입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내용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06164"/>
                  </a:ext>
                </a:extLst>
              </a:tr>
              <a:tr h="235504">
                <a:tc rowSpan="12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스킬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기억 재판</a:t>
                      </a:r>
                      <a:r>
                        <a:rPr lang="en-US" altLang="ko-KR" sz="1800"/>
                        <a:t>:</a:t>
                      </a:r>
                    </a:p>
                    <a:p>
                      <a:pPr algn="ctr" latinLnBrk="1"/>
                      <a:r>
                        <a:rPr lang="ko-KR" altLang="en-US" sz="1800"/>
                        <a:t>선택의 분기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전장을 </a:t>
                      </a:r>
                      <a:r>
                        <a:rPr lang="en-US" altLang="ko-KR" sz="1500"/>
                        <a:t>2~3</a:t>
                      </a:r>
                      <a:r>
                        <a:rPr lang="ko-KR" altLang="en-US" sz="1500"/>
                        <a:t>개의 </a:t>
                      </a:r>
                      <a:r>
                        <a:rPr lang="en-US" altLang="ko-KR" sz="1500"/>
                        <a:t>‘</a:t>
                      </a:r>
                      <a:r>
                        <a:rPr lang="ko-KR" altLang="en-US" sz="1500"/>
                        <a:t>개별적인 도움 요청 공간</a:t>
                      </a:r>
                      <a:r>
                        <a:rPr lang="en-US" altLang="ko-KR" sz="1500"/>
                        <a:t>’</a:t>
                      </a:r>
                      <a:r>
                        <a:rPr lang="ko-KR" altLang="en-US" sz="1500"/>
                        <a:t>으로 분할한다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104789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비누를 꺼내 손 비눗방울을 불어서</a:t>
                      </a:r>
                      <a:r>
                        <a:rPr lang="ko-KR" altLang="en-US" sz="1500" baseline="0"/>
                        <a:t> 공간의 환영을 생성한다</a:t>
                      </a:r>
                      <a:r>
                        <a:rPr lang="en-US" altLang="ko-KR" sz="1500" baseline="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044339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작은 비눗방울들을 터뜨린다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299135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시간 내 수행하지 않을 시</a:t>
                      </a:r>
                      <a:r>
                        <a:rPr lang="en-US" altLang="ko-KR" sz="1500"/>
                        <a:t>, </a:t>
                      </a:r>
                      <a:r>
                        <a:rPr lang="ko-KR" altLang="en-US" sz="1500"/>
                        <a:t>손바닥으로 비눗방울을 아래로 내려쳐 터뜨린다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57879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망각의 증식</a:t>
                      </a:r>
                      <a:r>
                        <a:rPr lang="en-US" altLang="ko-KR" sz="1800"/>
                        <a:t>:</a:t>
                      </a:r>
                    </a:p>
                    <a:p>
                      <a:pPr algn="ctr" latinLnBrk="1"/>
                      <a:r>
                        <a:rPr lang="ko-KR" altLang="en-US" sz="1800"/>
                        <a:t>환영 폭주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자장가를 불러서 </a:t>
                      </a:r>
                      <a:r>
                        <a:rPr lang="en-US" altLang="ko-KR" sz="1500"/>
                        <a:t>NPC</a:t>
                      </a:r>
                      <a:r>
                        <a:rPr lang="ko-KR" altLang="en-US" sz="1500"/>
                        <a:t>를 수면 상태로 만든다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257902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수면잠옷을 입고 요정봉을 흔들며 자장가를 부른다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638376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수면 상태의 </a:t>
                      </a:r>
                      <a:r>
                        <a:rPr lang="en-US" altLang="ko-KR" sz="1500"/>
                        <a:t>NPC</a:t>
                      </a:r>
                      <a:r>
                        <a:rPr lang="ko-KR" altLang="en-US" sz="1500"/>
                        <a:t>를 향해 주술을 건다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414655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시간 초과 시 </a:t>
                      </a:r>
                      <a:r>
                        <a:rPr lang="en-US" altLang="ko-KR" sz="1500"/>
                        <a:t>NPC</a:t>
                      </a:r>
                      <a:r>
                        <a:rPr lang="ko-KR" altLang="en-US" sz="1500"/>
                        <a:t>를 몬스터로 변이시키고 잠옷과 요정봉을 정리한다</a:t>
                      </a:r>
                      <a:r>
                        <a:rPr lang="en-US" altLang="ko-KR" sz="1500"/>
                        <a:t>.</a:t>
                      </a:r>
                      <a:r>
                        <a:rPr lang="ko-KR" altLang="en-US" sz="150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572266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강제 선행</a:t>
                      </a:r>
                      <a:r>
                        <a:rPr lang="en-US" altLang="ko-KR" sz="1800"/>
                        <a:t>:</a:t>
                      </a:r>
                    </a:p>
                    <a:p>
                      <a:pPr algn="ctr" latinLnBrk="1"/>
                      <a:r>
                        <a:rPr lang="ko-KR" altLang="en-US" sz="1800"/>
                        <a:t>행동 봉인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컨셉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특정 행동을 수행하게 명령한다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034540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선행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경찰복으로 갈아입고 수갑을 든다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129316"/>
                  </a:ext>
                </a:extLst>
              </a:tr>
              <a:tr h="2355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/>
                        <a:t>진행 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여러 가지 행동들을 지시한다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5648"/>
                  </a:ext>
                </a:extLst>
              </a:tr>
              <a:tr h="235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/>
                        <a:t>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/>
                        <a:t>지시 불이행 시 감옥에 넣는다</a:t>
                      </a:r>
                      <a:r>
                        <a:rPr lang="en-US" altLang="ko-KR" sz="1500"/>
                        <a:t>.</a:t>
                      </a:r>
                      <a:endParaRPr lang="ko-KR" altLang="en-US" sz="15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34150"/>
                  </a:ext>
                </a:extLst>
              </a:tr>
            </a:tbl>
          </a:graphicData>
        </a:graphic>
      </p:graphicFrame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보스 애니메이션 리스트</a:t>
            </a:r>
          </a:p>
        </p:txBody>
      </p:sp>
    </p:spTree>
    <p:extLst>
      <p:ext uri="{BB962C8B-B14F-4D97-AF65-F5344CB8AC3E}">
        <p14:creationId xmlns:p14="http://schemas.microsoft.com/office/powerpoint/2010/main" val="95656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B58A47-987A-3A11-13D5-508DA18E1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428" y="2820647"/>
            <a:ext cx="5087258" cy="991734"/>
          </a:xfrm>
        </p:spPr>
        <p:txBody>
          <a:bodyPr>
            <a:normAutofit/>
          </a:bodyPr>
          <a:lstStyle/>
          <a:p>
            <a:pPr algn="l"/>
            <a:r>
              <a:rPr lang="ko-KR" altLang="en-US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게임 기획</a:t>
            </a:r>
            <a:r>
              <a:rPr lang="en-US" altLang="ko-KR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:</a:t>
            </a:r>
            <a:br>
              <a:rPr lang="en-US" altLang="ko-KR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</a:br>
            <a:r>
              <a:rPr lang="ko-KR" altLang="en-US" sz="30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B5500-1986-2818-C163-D77A465641FA}"/>
              </a:ext>
            </a:extLst>
          </p:cNvPr>
          <p:cNvSpPr txBox="1"/>
          <p:nvPr/>
        </p:nvSpPr>
        <p:spPr>
          <a:xfrm>
            <a:off x="1197428" y="2137341"/>
            <a:ext cx="31858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BF5428"/>
                </a:solidFill>
              </a:rPr>
              <a:t>Animation List Documentation</a:t>
            </a:r>
            <a:endParaRPr lang="ko-KR" altLang="en-US" sz="1500" dirty="0">
              <a:solidFill>
                <a:srgbClr val="BF5428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2A4811-9EA5-B59D-C5EA-A1669FC1BE67}"/>
              </a:ext>
            </a:extLst>
          </p:cNvPr>
          <p:cNvSpPr txBox="1"/>
          <p:nvPr/>
        </p:nvSpPr>
        <p:spPr>
          <a:xfrm>
            <a:off x="1197428" y="4172522"/>
            <a:ext cx="51598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263443-A11C-82C8-EBA2-2D542B89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491" y="1633287"/>
            <a:ext cx="3562847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1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EE79C-76D1-C4CD-B430-BBFAAE14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9B8EFA6-365E-2463-3312-CECD67325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22508"/>
              </p:ext>
            </p:extLst>
          </p:nvPr>
        </p:nvGraphicFramePr>
        <p:xfrm>
          <a:off x="616347" y="1125975"/>
          <a:ext cx="10994465" cy="54784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135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1413879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3198058">
                  <a:extLst>
                    <a:ext uri="{9D8B030D-6E8A-4147-A177-3AD203B41FA5}">
                      <a16:colId xmlns:a16="http://schemas.microsoft.com/office/drawing/2014/main" val="697435515"/>
                    </a:ext>
                  </a:extLst>
                </a:gridCol>
                <a:gridCol w="1817843">
                  <a:extLst>
                    <a:ext uri="{9D8B030D-6E8A-4147-A177-3AD203B41FA5}">
                      <a16:colId xmlns:a16="http://schemas.microsoft.com/office/drawing/2014/main" val="850404314"/>
                    </a:ext>
                  </a:extLst>
                </a:gridCol>
                <a:gridCol w="1824577">
                  <a:extLst>
                    <a:ext uri="{9D8B030D-6E8A-4147-A177-3AD203B41FA5}">
                      <a16:colId xmlns:a16="http://schemas.microsoft.com/office/drawing/2014/main" val="2355288905"/>
                    </a:ext>
                  </a:extLst>
                </a:gridCol>
                <a:gridCol w="1864973">
                  <a:extLst>
                    <a:ext uri="{9D8B030D-6E8A-4147-A177-3AD203B41FA5}">
                      <a16:colId xmlns:a16="http://schemas.microsoft.com/office/drawing/2014/main" val="295412163"/>
                    </a:ext>
                  </a:extLst>
                </a:gridCol>
              </a:tblGrid>
              <a:tr h="3948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선행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후행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845773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비전투</a:t>
                      </a:r>
                      <a:endParaRPr lang="ko-KR" altLang="en-US" sz="15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괜찮은척</a:t>
                      </a:r>
                      <a:endParaRPr lang="ko-KR" altLang="en-US" sz="15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고통을 숨기고 완벽한 친절을 연기하는 강박적 모션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거친 숨을 고르며 자세를 바로잡음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입꼬리를 억지로 올리며 미소를 지음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떨리는 손을 뒤로 숨기며 시선을 피함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84577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5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비켜주기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타인을 위해 자신을 낮추는 배려 동작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다수의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NPC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가 다가올 때 길을 터줌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고개를 숙여 양보하며 길을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열어둠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NPC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가 지나간 후 조용히 제자리로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84577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5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탈진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자아 마모도가 높아져 한계에 다다른 상태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몸이 무거워지며 어깨가 크게 처짐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발을 질질 끌며 이동 속도가 매우 느려짐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가끔 멈춰 서서 가슴을 부여잡고 통증을 느낌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전투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위령의 포옹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적이 된 옛 친구에게 안식을 주는 비극적 연출</a:t>
                      </a:r>
                      <a:endParaRPr lang="ko-KR" altLang="en-US" sz="1000" b="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괴로운 표정으로 타겟에게 접근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죽어가는 몬스터를 따뜻하게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안아줌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소멸한 자리에 머물다 서서히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일어남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845773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기억 재판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과거의 기억을 환영으로 구현해 공간을 분할함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비눗방울을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불어 공간의 환영 생성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전장 분할 후 작은 방울들을 터뜨림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방울을 손바닥으로 내려쳐 파괴하며 종료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84577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망각의 증식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자장가로 타인을 현실로부터 도피시키는 주술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수면잠옷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환복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후 요정봉으로 자장가 연주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수면 상태의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NPC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에게 주술을 거는 동작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대상 변이 확인 후 잠옷과 도구 정리</a:t>
                      </a:r>
                      <a:endParaRPr lang="ko-KR" altLang="en-US" sz="1000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7D5241-6F8B-F7D6-1361-183A06DF94DF}"/>
              </a:ext>
            </a:extLst>
          </p:cNvPr>
          <p:cNvSpPr txBox="1"/>
          <p:nvPr/>
        </p:nvSpPr>
        <p:spPr>
          <a:xfrm>
            <a:off x="616347" y="369518"/>
            <a:ext cx="5199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주인공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059187A-CBA0-5B9A-F673-311272A05F76}"/>
              </a:ext>
            </a:extLst>
          </p:cNvPr>
          <p:cNvCxnSpPr>
            <a:cxnSpLocks/>
          </p:cNvCxnSpPr>
          <p:nvPr/>
        </p:nvCxnSpPr>
        <p:spPr>
          <a:xfrm>
            <a:off x="616347" y="1617581"/>
            <a:ext cx="10994464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72FFEE0-C813-A99D-E163-B282DB0A5663}"/>
              </a:ext>
            </a:extLst>
          </p:cNvPr>
          <p:cNvCxnSpPr>
            <a:cxnSpLocks/>
          </p:cNvCxnSpPr>
          <p:nvPr/>
        </p:nvCxnSpPr>
        <p:spPr>
          <a:xfrm>
            <a:off x="1501775" y="2374039"/>
            <a:ext cx="10109036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3D65DBD-A305-1E5B-2769-EDE7DE6ED557}"/>
              </a:ext>
            </a:extLst>
          </p:cNvPr>
          <p:cNvCxnSpPr>
            <a:cxnSpLocks/>
          </p:cNvCxnSpPr>
          <p:nvPr/>
        </p:nvCxnSpPr>
        <p:spPr>
          <a:xfrm>
            <a:off x="1491853" y="3221479"/>
            <a:ext cx="10118958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F016C68-32CA-CFDD-8943-8986D68D7D24}"/>
              </a:ext>
            </a:extLst>
          </p:cNvPr>
          <p:cNvCxnSpPr>
            <a:cxnSpLocks/>
          </p:cNvCxnSpPr>
          <p:nvPr/>
        </p:nvCxnSpPr>
        <p:spPr>
          <a:xfrm>
            <a:off x="616347" y="4912304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9A4A24E-8648-AB02-F119-0A46B196D3EF}"/>
              </a:ext>
            </a:extLst>
          </p:cNvPr>
          <p:cNvCxnSpPr>
            <a:cxnSpLocks/>
          </p:cNvCxnSpPr>
          <p:nvPr/>
        </p:nvCxnSpPr>
        <p:spPr>
          <a:xfrm>
            <a:off x="616347" y="4067754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B81486F-50FF-3C7C-C596-0474ECBA32FB}"/>
              </a:ext>
            </a:extLst>
          </p:cNvPr>
          <p:cNvCxnSpPr>
            <a:cxnSpLocks/>
          </p:cNvCxnSpPr>
          <p:nvPr/>
        </p:nvCxnSpPr>
        <p:spPr>
          <a:xfrm>
            <a:off x="1500584" y="5757510"/>
            <a:ext cx="10109036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E3012C7-A68A-E93A-19F5-D0D30F9ED367}"/>
              </a:ext>
            </a:extLst>
          </p:cNvPr>
          <p:cNvCxnSpPr>
            <a:cxnSpLocks/>
          </p:cNvCxnSpPr>
          <p:nvPr/>
        </p:nvCxnSpPr>
        <p:spPr>
          <a:xfrm>
            <a:off x="616347" y="6603864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43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5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99110-CC72-0AE1-2B8A-5DFED15B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A1DCAEA-82C6-EC3A-C921-641A3513F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878778"/>
              </p:ext>
            </p:extLst>
          </p:nvPr>
        </p:nvGraphicFramePr>
        <p:xfrm>
          <a:off x="616346" y="1125975"/>
          <a:ext cx="10993274" cy="5469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7721">
                  <a:extLst>
                    <a:ext uri="{9D8B030D-6E8A-4147-A177-3AD203B41FA5}">
                      <a16:colId xmlns:a16="http://schemas.microsoft.com/office/drawing/2014/main" val="1760504680"/>
                    </a:ext>
                  </a:extLst>
                </a:gridCol>
                <a:gridCol w="2404104">
                  <a:extLst>
                    <a:ext uri="{9D8B030D-6E8A-4147-A177-3AD203B41FA5}">
                      <a16:colId xmlns:a16="http://schemas.microsoft.com/office/drawing/2014/main" val="370599139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82224707"/>
                    </a:ext>
                  </a:extLst>
                </a:gridCol>
                <a:gridCol w="1509486">
                  <a:extLst>
                    <a:ext uri="{9D8B030D-6E8A-4147-A177-3AD203B41FA5}">
                      <a16:colId xmlns:a16="http://schemas.microsoft.com/office/drawing/2014/main" val="8986507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457932106"/>
                    </a:ext>
                  </a:extLst>
                </a:gridCol>
                <a:gridCol w="1596572">
                  <a:extLst>
                    <a:ext uri="{9D8B030D-6E8A-4147-A177-3AD203B41FA5}">
                      <a16:colId xmlns:a16="http://schemas.microsoft.com/office/drawing/2014/main" val="697435515"/>
                    </a:ext>
                  </a:extLst>
                </a:gridCol>
                <a:gridCol w="1471391">
                  <a:extLst>
                    <a:ext uri="{9D8B030D-6E8A-4147-A177-3AD203B41FA5}">
                      <a16:colId xmlns:a16="http://schemas.microsoft.com/office/drawing/2014/main" val="2511473805"/>
                    </a:ext>
                  </a:extLst>
                </a:gridCol>
              </a:tblGrid>
              <a:tr h="3948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동작 타입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컨셉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준비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진행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완료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회수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342522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원거리에서 구체를 날려 주인공의 심리를 위축시키는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견제기</a:t>
                      </a:r>
                      <a:endParaRPr lang="ko-KR" altLang="en-US" sz="1000" dirty="0">
                        <a:solidFill>
                          <a:srgbClr val="F8F9FA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공격 방향 예고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전조 알림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구체 생성 및 발사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무효화 가능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구체 가속 및 타격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무효화 불가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타격 성공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소멸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공격 찬스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전투 대기 모션으로 복귀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98336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기본 공격 </a:t>
                      </a:r>
                      <a:r>
                        <a:rPr lang="en-US" altLang="ko-KR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다가오는 주인공을 매정하게 밀쳐내 거리를 벌림</a:t>
                      </a:r>
                      <a:endParaRPr lang="ko-KR" altLang="en-US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왼손을 뒤로 크게 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손바닥에 어두운 기운이 서림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왼손으로 적을 강하게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밀쳐냄</a:t>
                      </a:r>
                      <a:endParaRPr lang="ko-KR" altLang="en-US" sz="1000" dirty="0">
                        <a:solidFill>
                          <a:srgbClr val="F8F9FA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적이 밀려나며 공격 판정 종료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무게중심 이동 및 자세 유지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537317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스킬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지면을 내려쳐 주인공이 발붙일 곳을 없애는 광범위 공격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양손을 머리 위로 높게 들어 올림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에너지를 응집 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손에 이펙트 집중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지면을 강하게 내려쳐 충격파 발생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지면 먼지 효과 및 타격 종료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손을 크게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휘저으며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자세 가다듬음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48897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연출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임계점을 넘어 내면의 어두운 </a:t>
                      </a:r>
                      <a:r>
                        <a:rPr lang="ko-KR" altLang="en-US" sz="1000" dirty="0" err="1">
                          <a:solidFill>
                            <a:srgbClr val="F8F9FA"/>
                          </a:solidFill>
                        </a:rPr>
                        <a:t>본습이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 완전히 드러나는 연출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머리를 붙잡고 고개를 깊게 숙임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</a:rPr>
                        <a:t>신음하며 몸이 공중으로 떠오름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이마가 갈라지며 세 번째 눈 개안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</a:rPr>
                        <a:t>강력한 파동과 함께 변신 완료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새로운 위압적 대기 포즈 취함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252163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도발</a:t>
                      </a:r>
                      <a:endParaRPr lang="en-US" altLang="ko-KR" sz="1000" b="1" dirty="0">
                        <a:solidFill>
                          <a:srgbClr val="F8F9FA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기존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도발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주인공의 발버둥을 가소롭다는 듯 가련하게 여기는 행동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</a:rPr>
                        <a:t>기본 대기 모션에서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플레이어를 향해 가소롭다는 손짓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어깨를 들썩이며 비웃는 연출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짧은 무적 판정과 함께 연출 종료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</a:rPr>
                        <a:t>전투 대기 상태로 전환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8931"/>
                  </a:ext>
                </a:extLst>
              </a:tr>
              <a:tr h="84577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rgbClr val="F8F9FA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승리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기존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자아도취</a:t>
                      </a:r>
                      <a:r>
                        <a:rPr lang="en-US" altLang="ko-KR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주인공을 완전히 무너뜨린 후 느끼는 광기 어린 기쁨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모든 플레이어 사망 확인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자신의 손을 보며 힘의 강함에 취함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화면 전체에 어두운 아우라 방출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오만한 포즈로 승리 고정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dirty="0">
                          <a:solidFill>
                            <a:srgbClr val="F8F9FA"/>
                          </a:solidFill>
                          <a:effectLst/>
                          <a:latin typeface="Google Sans Text"/>
                        </a:rPr>
                        <a:t>연출 종료 시까지 모션 유지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58332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6DF59BD-CD30-E5D7-4023-F8C2CEFD13E8}"/>
              </a:ext>
            </a:extLst>
          </p:cNvPr>
          <p:cNvSpPr txBox="1"/>
          <p:nvPr/>
        </p:nvSpPr>
        <p:spPr>
          <a:xfrm>
            <a:off x="616347" y="369518"/>
            <a:ext cx="51995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>
                <a:solidFill>
                  <a:srgbClr val="BF5428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보스</a:t>
            </a:r>
            <a:r>
              <a:rPr lang="en-US" altLang="ko-KR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3000" dirty="0">
                <a:solidFill>
                  <a:srgbClr val="F8F9FA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애니메이션 리스트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33BEFE1-EDFA-07B1-9CD5-569E33B83E47}"/>
              </a:ext>
            </a:extLst>
          </p:cNvPr>
          <p:cNvCxnSpPr>
            <a:cxnSpLocks/>
          </p:cNvCxnSpPr>
          <p:nvPr/>
        </p:nvCxnSpPr>
        <p:spPr>
          <a:xfrm>
            <a:off x="616347" y="1617581"/>
            <a:ext cx="10994464" cy="0"/>
          </a:xfrm>
          <a:prstGeom prst="line">
            <a:avLst/>
          </a:prstGeom>
          <a:ln w="25400">
            <a:solidFill>
              <a:srgbClr val="BF54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72A0350-934E-A9B7-631E-FFBECFCCAF82}"/>
              </a:ext>
            </a:extLst>
          </p:cNvPr>
          <p:cNvCxnSpPr>
            <a:cxnSpLocks/>
          </p:cNvCxnSpPr>
          <p:nvPr/>
        </p:nvCxnSpPr>
        <p:spPr>
          <a:xfrm>
            <a:off x="616346" y="2366893"/>
            <a:ext cx="10994465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9BCC6CA-A502-63DE-0A92-83833E662231}"/>
              </a:ext>
            </a:extLst>
          </p:cNvPr>
          <p:cNvCxnSpPr>
            <a:cxnSpLocks/>
          </p:cNvCxnSpPr>
          <p:nvPr/>
        </p:nvCxnSpPr>
        <p:spPr>
          <a:xfrm>
            <a:off x="616346" y="3213142"/>
            <a:ext cx="10994465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10FFEA4-DFB0-C6B8-2D07-84D9DD2221C3}"/>
              </a:ext>
            </a:extLst>
          </p:cNvPr>
          <p:cNvCxnSpPr>
            <a:cxnSpLocks/>
          </p:cNvCxnSpPr>
          <p:nvPr/>
        </p:nvCxnSpPr>
        <p:spPr>
          <a:xfrm>
            <a:off x="616347" y="4903967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1AFC349-4F76-4C43-0FB9-E0686511B751}"/>
              </a:ext>
            </a:extLst>
          </p:cNvPr>
          <p:cNvCxnSpPr>
            <a:cxnSpLocks/>
          </p:cNvCxnSpPr>
          <p:nvPr/>
        </p:nvCxnSpPr>
        <p:spPr>
          <a:xfrm>
            <a:off x="616347" y="4059417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233AAB3-7D6F-0423-1A26-F07123AB1B31}"/>
              </a:ext>
            </a:extLst>
          </p:cNvPr>
          <p:cNvCxnSpPr>
            <a:cxnSpLocks/>
          </p:cNvCxnSpPr>
          <p:nvPr/>
        </p:nvCxnSpPr>
        <p:spPr>
          <a:xfrm>
            <a:off x="616346" y="5749173"/>
            <a:ext cx="1099327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4B702C2-085D-DD28-1F7E-06A4DBD1C951}"/>
              </a:ext>
            </a:extLst>
          </p:cNvPr>
          <p:cNvCxnSpPr>
            <a:cxnSpLocks/>
          </p:cNvCxnSpPr>
          <p:nvPr/>
        </p:nvCxnSpPr>
        <p:spPr>
          <a:xfrm>
            <a:off x="616347" y="6595527"/>
            <a:ext cx="10994464" cy="0"/>
          </a:xfrm>
          <a:prstGeom prst="line">
            <a:avLst/>
          </a:prstGeom>
          <a:ln w="6350">
            <a:solidFill>
              <a:srgbClr val="F8F9FA">
                <a:alpha val="5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56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595</Words>
  <Application>Microsoft Office PowerPoint</Application>
  <PresentationFormat>와이드스크린</PresentationFormat>
  <Paragraphs>142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Google Sans Text</vt:lpstr>
      <vt:lpstr>KoddiUD 온고딕 Regular</vt:lpstr>
      <vt:lpstr>맑은 고딕</vt:lpstr>
      <vt:lpstr>Arial</vt:lpstr>
      <vt:lpstr>Office 테마</vt:lpstr>
      <vt:lpstr>주인공 애니메이션 리스트</vt:lpstr>
      <vt:lpstr>보스 애니메이션 리스트</vt:lpstr>
      <vt:lpstr>게임 기획: 애니메이션 리스트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2026-04-24T02:50:59Z</dcterms:created>
  <dcterms:modified xsi:type="dcterms:W3CDTF">2026-04-24T03:30:44Z</dcterms:modified>
</cp:coreProperties>
</file>