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2" r:id="rId5"/>
    <p:sldId id="263" r:id="rId6"/>
    <p:sldId id="264" r:id="rId7"/>
    <p:sldId id="265" r:id="rId8"/>
    <p:sldId id="268" r:id="rId9"/>
    <p:sldId id="266" r:id="rId10"/>
    <p:sldId id="267" r:id="rId11"/>
    <p:sldId id="269" r:id="rId12"/>
    <p:sldId id="261" r:id="rId13"/>
    <p:sldId id="260" r:id="rId14"/>
    <p:sldId id="270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D2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5A7947-D1B3-48A6-B476-FCBE36B4506F}" v="24" dt="2026-04-17T04:18:13.86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1" d="100"/>
          <a:sy n="61" d="100"/>
        </p:scale>
        <p:origin x="84" y="10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">
      <pc:chgData name="musukie52@gmail.com" userId="017bd91f96aa8751" providerId="LiveId" clId="{5B2C3894-F97E-4CAB-8812-5BB4D83AAC6A}" dt="2026-04-17T04:19:11.713" v="1452" actId="1076"/>
      <pc:docMkLst>
        <pc:docMk/>
      </pc:docMkLst>
      <pc:sldChg chg="addSp delSp modSp mod">
        <pc:chgData name="musukie52@gmail.com" userId="017bd91f96aa8751" providerId="LiveId" clId="{5B2C3894-F97E-4CAB-8812-5BB4D83AAC6A}" dt="2026-04-17T04:11:28.468" v="522" actId="21"/>
        <pc:sldMkLst>
          <pc:docMk/>
          <pc:sldMk cId="1102067116" sldId="263"/>
        </pc:sldMkLst>
        <pc:graphicFrameChg chg="mod modGraphic">
          <ac:chgData name="musukie52@gmail.com" userId="017bd91f96aa8751" providerId="LiveId" clId="{5B2C3894-F97E-4CAB-8812-5BB4D83AAC6A}" dt="2026-04-17T02:50:31.551" v="514" actId="20577"/>
          <ac:graphicFrameMkLst>
            <pc:docMk/>
            <pc:sldMk cId="1102067116" sldId="263"/>
            <ac:graphicFrameMk id="4" creationId="{00000000-0000-0000-0000-000000000000}"/>
          </ac:graphicFrameMkLst>
        </pc:graphicFrameChg>
        <pc:picChg chg="add del mod">
          <ac:chgData name="musukie52@gmail.com" userId="017bd91f96aa8751" providerId="LiveId" clId="{5B2C3894-F97E-4CAB-8812-5BB4D83AAC6A}" dt="2026-04-17T04:11:28.468" v="522" actId="21"/>
          <ac:picMkLst>
            <pc:docMk/>
            <pc:sldMk cId="1102067116" sldId="263"/>
            <ac:picMk id="3" creationId="{264C48D4-C573-38B0-FCB7-926EACD0AA91}"/>
          </ac:picMkLst>
        </pc:picChg>
        <pc:picChg chg="mod">
          <ac:chgData name="musukie52@gmail.com" userId="017bd91f96aa8751" providerId="LiveId" clId="{5B2C3894-F97E-4CAB-8812-5BB4D83AAC6A}" dt="2026-04-17T02:47:39.709" v="26" actId="1076"/>
          <ac:picMkLst>
            <pc:docMk/>
            <pc:sldMk cId="1102067116" sldId="263"/>
            <ac:picMk id="5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4-17T02:47:42.001" v="27" actId="1076"/>
          <ac:picMkLst>
            <pc:docMk/>
            <pc:sldMk cId="1102067116" sldId="263"/>
            <ac:picMk id="6" creationId="{00000000-0000-0000-0000-000000000000}"/>
          </ac:picMkLst>
        </pc:picChg>
      </pc:sldChg>
      <pc:sldChg chg="addSp delSp modSp new mod">
        <pc:chgData name="musukie52@gmail.com" userId="017bd91f96aa8751" providerId="LiveId" clId="{5B2C3894-F97E-4CAB-8812-5BB4D83AAC6A}" dt="2026-04-17T02:33:40.971" v="4" actId="1076"/>
        <pc:sldMkLst>
          <pc:docMk/>
          <pc:sldMk cId="1384166840" sldId="264"/>
        </pc:sldMkLst>
        <pc:spChg chg="del">
          <ac:chgData name="musukie52@gmail.com" userId="017bd91f96aa8751" providerId="LiveId" clId="{5B2C3894-F97E-4CAB-8812-5BB4D83AAC6A}" dt="2026-04-17T02:33:36.893" v="1" actId="478"/>
          <ac:spMkLst>
            <pc:docMk/>
            <pc:sldMk cId="1384166840" sldId="264"/>
            <ac:spMk id="2" creationId="{C8AA83F4-4D7E-1AE4-2924-7681C5D3F8B3}"/>
          </ac:spMkLst>
        </pc:spChg>
        <pc:spChg chg="del">
          <ac:chgData name="musukie52@gmail.com" userId="017bd91f96aa8751" providerId="LiveId" clId="{5B2C3894-F97E-4CAB-8812-5BB4D83AAC6A}" dt="2026-04-17T02:33:36.893" v="1" actId="478"/>
          <ac:spMkLst>
            <pc:docMk/>
            <pc:sldMk cId="1384166840" sldId="264"/>
            <ac:spMk id="3" creationId="{F8684E57-7C61-654C-8E5C-F32F4D3D5A3D}"/>
          </ac:spMkLst>
        </pc:spChg>
        <pc:picChg chg="add mod">
          <ac:chgData name="musukie52@gmail.com" userId="017bd91f96aa8751" providerId="LiveId" clId="{5B2C3894-F97E-4CAB-8812-5BB4D83AAC6A}" dt="2026-04-17T02:33:40.971" v="4" actId="1076"/>
          <ac:picMkLst>
            <pc:docMk/>
            <pc:sldMk cId="1384166840" sldId="264"/>
            <ac:picMk id="5" creationId="{ECCEBF64-9B3F-B976-F13F-1254C6BD7FEA}"/>
          </ac:picMkLst>
        </pc:picChg>
      </pc:sldChg>
      <pc:sldChg chg="addSp delSp new del mod">
        <pc:chgData name="musukie52@gmail.com" userId="017bd91f96aa8751" providerId="LiveId" clId="{5B2C3894-F97E-4CAB-8812-5BB4D83AAC6A}" dt="2026-04-17T02:34:33.240" v="8" actId="47"/>
        <pc:sldMkLst>
          <pc:docMk/>
          <pc:sldMk cId="198791128" sldId="265"/>
        </pc:sldMkLst>
        <pc:spChg chg="del">
          <ac:chgData name="musukie52@gmail.com" userId="017bd91f96aa8751" providerId="LiveId" clId="{5B2C3894-F97E-4CAB-8812-5BB4D83AAC6A}" dt="2026-04-17T02:34:22.409" v="6" actId="478"/>
          <ac:spMkLst>
            <pc:docMk/>
            <pc:sldMk cId="198791128" sldId="265"/>
            <ac:spMk id="2" creationId="{A0E24753-B223-0BF7-9C63-993BCF37E805}"/>
          </ac:spMkLst>
        </pc:spChg>
        <pc:spChg chg="del">
          <ac:chgData name="musukie52@gmail.com" userId="017bd91f96aa8751" providerId="LiveId" clId="{5B2C3894-F97E-4CAB-8812-5BB4D83AAC6A}" dt="2026-04-17T02:34:22.409" v="6" actId="478"/>
          <ac:spMkLst>
            <pc:docMk/>
            <pc:sldMk cId="198791128" sldId="265"/>
            <ac:spMk id="3" creationId="{4D55FED4-E0B5-8D81-B749-1722D6CC6334}"/>
          </ac:spMkLst>
        </pc:spChg>
        <pc:spChg chg="add">
          <ac:chgData name="musukie52@gmail.com" userId="017bd91f96aa8751" providerId="LiveId" clId="{5B2C3894-F97E-4CAB-8812-5BB4D83AAC6A}" dt="2026-04-17T02:34:23.272" v="7" actId="22"/>
          <ac:spMkLst>
            <pc:docMk/>
            <pc:sldMk cId="198791128" sldId="265"/>
            <ac:spMk id="5" creationId="{B628B201-1F03-3D67-7DE9-ABD3EF941E85}"/>
          </ac:spMkLst>
        </pc:spChg>
      </pc:sldChg>
      <pc:sldChg chg="addSp delSp new mod">
        <pc:chgData name="musukie52@gmail.com" userId="017bd91f96aa8751" providerId="LiveId" clId="{5B2C3894-F97E-4CAB-8812-5BB4D83AAC6A}" dt="2026-04-17T02:34:54.430" v="11" actId="22"/>
        <pc:sldMkLst>
          <pc:docMk/>
          <pc:sldMk cId="2504027400" sldId="265"/>
        </pc:sldMkLst>
        <pc:spChg chg="del">
          <ac:chgData name="musukie52@gmail.com" userId="017bd91f96aa8751" providerId="LiveId" clId="{5B2C3894-F97E-4CAB-8812-5BB4D83AAC6A}" dt="2026-04-17T02:34:54.112" v="10" actId="478"/>
          <ac:spMkLst>
            <pc:docMk/>
            <pc:sldMk cId="2504027400" sldId="265"/>
            <ac:spMk id="2" creationId="{F2E7AF28-F6F0-89B7-E70F-9AD7CFE25377}"/>
          </ac:spMkLst>
        </pc:spChg>
        <pc:spChg chg="del">
          <ac:chgData name="musukie52@gmail.com" userId="017bd91f96aa8751" providerId="LiveId" clId="{5B2C3894-F97E-4CAB-8812-5BB4D83AAC6A}" dt="2026-04-17T02:34:54.112" v="10" actId="478"/>
          <ac:spMkLst>
            <pc:docMk/>
            <pc:sldMk cId="2504027400" sldId="265"/>
            <ac:spMk id="3" creationId="{304E4FCC-0C65-4D58-226B-1AF5BF6284CC}"/>
          </ac:spMkLst>
        </pc:spChg>
        <pc:picChg chg="add">
          <ac:chgData name="musukie52@gmail.com" userId="017bd91f96aa8751" providerId="LiveId" clId="{5B2C3894-F97E-4CAB-8812-5BB4D83AAC6A}" dt="2026-04-17T02:34:54.430" v="11" actId="22"/>
          <ac:picMkLst>
            <pc:docMk/>
            <pc:sldMk cId="2504027400" sldId="265"/>
            <ac:picMk id="5" creationId="{56CBF099-E19A-0115-F5C2-F6949C71F6CE}"/>
          </ac:picMkLst>
        </pc:picChg>
      </pc:sldChg>
      <pc:sldChg chg="addSp new mod">
        <pc:chgData name="musukie52@gmail.com" userId="017bd91f96aa8751" providerId="LiveId" clId="{5B2C3894-F97E-4CAB-8812-5BB4D83AAC6A}" dt="2026-04-17T02:44:56.304" v="13" actId="22"/>
        <pc:sldMkLst>
          <pc:docMk/>
          <pc:sldMk cId="1102019427" sldId="266"/>
        </pc:sldMkLst>
        <pc:picChg chg="add">
          <ac:chgData name="musukie52@gmail.com" userId="017bd91f96aa8751" providerId="LiveId" clId="{5B2C3894-F97E-4CAB-8812-5BB4D83AAC6A}" dt="2026-04-17T02:44:56.304" v="13" actId="22"/>
          <ac:picMkLst>
            <pc:docMk/>
            <pc:sldMk cId="1102019427" sldId="266"/>
            <ac:picMk id="5" creationId="{2C0824AB-8A4D-1985-76E5-549873A22BFA}"/>
          </ac:picMkLst>
        </pc:picChg>
      </pc:sldChg>
      <pc:sldChg chg="addSp delSp new mod">
        <pc:chgData name="musukie52@gmail.com" userId="017bd91f96aa8751" providerId="LiveId" clId="{5B2C3894-F97E-4CAB-8812-5BB4D83AAC6A}" dt="2026-04-17T02:46:08.967" v="19" actId="22"/>
        <pc:sldMkLst>
          <pc:docMk/>
          <pc:sldMk cId="1238072532" sldId="267"/>
        </pc:sldMkLst>
        <pc:picChg chg="add">
          <ac:chgData name="musukie52@gmail.com" userId="017bd91f96aa8751" providerId="LiveId" clId="{5B2C3894-F97E-4CAB-8812-5BB4D83AAC6A}" dt="2026-04-17T02:45:11.761" v="15" actId="22"/>
          <ac:picMkLst>
            <pc:docMk/>
            <pc:sldMk cId="1238072532" sldId="267"/>
            <ac:picMk id="5" creationId="{5F6C3D93-3174-C44C-31D2-9CA93318E92F}"/>
          </ac:picMkLst>
        </pc:picChg>
        <pc:picChg chg="add del">
          <ac:chgData name="musukie52@gmail.com" userId="017bd91f96aa8751" providerId="LiveId" clId="{5B2C3894-F97E-4CAB-8812-5BB4D83AAC6A}" dt="2026-04-17T02:46:08.967" v="19" actId="22"/>
          <ac:picMkLst>
            <pc:docMk/>
            <pc:sldMk cId="1238072532" sldId="267"/>
            <ac:picMk id="7" creationId="{F6D22FE8-4FD0-D96E-4DBA-446FBD3591B7}"/>
          </ac:picMkLst>
        </pc:picChg>
      </pc:sldChg>
      <pc:sldChg chg="addSp new mod">
        <pc:chgData name="musukie52@gmail.com" userId="017bd91f96aa8751" providerId="LiveId" clId="{5B2C3894-F97E-4CAB-8812-5BB4D83AAC6A}" dt="2026-04-17T02:45:44.927" v="17" actId="22"/>
        <pc:sldMkLst>
          <pc:docMk/>
          <pc:sldMk cId="473193607" sldId="268"/>
        </pc:sldMkLst>
        <pc:picChg chg="add">
          <ac:chgData name="musukie52@gmail.com" userId="017bd91f96aa8751" providerId="LiveId" clId="{5B2C3894-F97E-4CAB-8812-5BB4D83AAC6A}" dt="2026-04-17T02:45:44.927" v="17" actId="22"/>
          <ac:picMkLst>
            <pc:docMk/>
            <pc:sldMk cId="473193607" sldId="268"/>
            <ac:picMk id="5" creationId="{B04A8D6E-AEFB-BE90-2C53-0BA7AF7D9663}"/>
          </ac:picMkLst>
        </pc:picChg>
      </pc:sldChg>
      <pc:sldChg chg="addSp new mod">
        <pc:chgData name="musukie52@gmail.com" userId="017bd91f96aa8751" providerId="LiveId" clId="{5B2C3894-F97E-4CAB-8812-5BB4D83AAC6A}" dt="2026-04-17T02:46:11.176" v="21" actId="22"/>
        <pc:sldMkLst>
          <pc:docMk/>
          <pc:sldMk cId="3945875900" sldId="269"/>
        </pc:sldMkLst>
        <pc:picChg chg="add">
          <ac:chgData name="musukie52@gmail.com" userId="017bd91f96aa8751" providerId="LiveId" clId="{5B2C3894-F97E-4CAB-8812-5BB4D83AAC6A}" dt="2026-04-17T02:46:11.176" v="21" actId="22"/>
          <ac:picMkLst>
            <pc:docMk/>
            <pc:sldMk cId="3945875900" sldId="269"/>
            <ac:picMk id="5" creationId="{E5ACF3A5-3A3B-D428-72B6-E8891C5385CE}"/>
          </ac:picMkLst>
        </pc:picChg>
      </pc:sldChg>
      <pc:sldChg chg="addSp delSp modSp new mod">
        <pc:chgData name="musukie52@gmail.com" userId="017bd91f96aa8751" providerId="LiveId" clId="{5B2C3894-F97E-4CAB-8812-5BB4D83AAC6A}" dt="2026-04-17T04:19:11.713" v="1452" actId="1076"/>
        <pc:sldMkLst>
          <pc:docMk/>
          <pc:sldMk cId="1648487806" sldId="270"/>
        </pc:sldMkLst>
        <pc:spChg chg="del">
          <ac:chgData name="musukie52@gmail.com" userId="017bd91f96aa8751" providerId="LiveId" clId="{5B2C3894-F97E-4CAB-8812-5BB4D83AAC6A}" dt="2026-04-17T04:10:46.872" v="516" actId="478"/>
          <ac:spMkLst>
            <pc:docMk/>
            <pc:sldMk cId="1648487806" sldId="270"/>
            <ac:spMk id="2" creationId="{92FA9424-D627-B031-D547-BE05E55D9910}"/>
          </ac:spMkLst>
        </pc:spChg>
        <pc:spChg chg="del">
          <ac:chgData name="musukie52@gmail.com" userId="017bd91f96aa8751" providerId="LiveId" clId="{5B2C3894-F97E-4CAB-8812-5BB4D83AAC6A}" dt="2026-04-17T04:10:46.872" v="516" actId="478"/>
          <ac:spMkLst>
            <pc:docMk/>
            <pc:sldMk cId="1648487806" sldId="270"/>
            <ac:spMk id="3" creationId="{FB7AB4F1-49FE-6B3A-C940-40017CD709B3}"/>
          </ac:spMkLst>
        </pc:spChg>
        <pc:graphicFrameChg chg="add del">
          <ac:chgData name="musukie52@gmail.com" userId="017bd91f96aa8751" providerId="LiveId" clId="{5B2C3894-F97E-4CAB-8812-5BB4D83AAC6A}" dt="2026-04-17T04:10:53.990" v="518" actId="3680"/>
          <ac:graphicFrameMkLst>
            <pc:docMk/>
            <pc:sldMk cId="1648487806" sldId="270"/>
            <ac:graphicFrameMk id="4" creationId="{5E993548-1CAC-3928-D89A-D9F95659D64D}"/>
          </ac:graphicFrameMkLst>
        </pc:graphicFrameChg>
        <pc:graphicFrameChg chg="add mod modGraphic">
          <ac:chgData name="musukie52@gmail.com" userId="017bd91f96aa8751" providerId="LiveId" clId="{5B2C3894-F97E-4CAB-8812-5BB4D83AAC6A}" dt="2026-04-17T04:19:11.713" v="1452" actId="1076"/>
          <ac:graphicFrameMkLst>
            <pc:docMk/>
            <pc:sldMk cId="1648487806" sldId="270"/>
            <ac:graphicFrameMk id="5" creationId="{C904DAA2-1935-8EEF-3078-BA0B589DD562}"/>
          </ac:graphicFrameMkLst>
        </pc:graphicFrameChg>
        <pc:picChg chg="add del mod">
          <ac:chgData name="musukie52@gmail.com" userId="017bd91f96aa8751" providerId="LiveId" clId="{5B2C3894-F97E-4CAB-8812-5BB4D83AAC6A}" dt="2026-04-17T04:16:14.531" v="1235" actId="478"/>
          <ac:picMkLst>
            <pc:docMk/>
            <pc:sldMk cId="1648487806" sldId="270"/>
            <ac:picMk id="6" creationId="{264C48D4-C573-38B0-FCB7-926EACD0AA91}"/>
          </ac:picMkLst>
        </pc:picChg>
        <pc:picChg chg="add del mod">
          <ac:chgData name="musukie52@gmail.com" userId="017bd91f96aa8751" providerId="LiveId" clId="{5B2C3894-F97E-4CAB-8812-5BB4D83AAC6A}" dt="2026-04-17T04:17:03.633" v="1425" actId="478"/>
          <ac:picMkLst>
            <pc:docMk/>
            <pc:sldMk cId="1648487806" sldId="270"/>
            <ac:picMk id="7" creationId="{5DEB984B-D71C-BAD9-8C17-4B2F28873DCA}"/>
          </ac:picMkLst>
        </pc:picChg>
        <pc:picChg chg="add mod">
          <ac:chgData name="musukie52@gmail.com" userId="017bd91f96aa8751" providerId="LiveId" clId="{5B2C3894-F97E-4CAB-8812-5BB4D83AAC6A}" dt="2026-04-17T04:19:11.713" v="1452" actId="1076"/>
          <ac:picMkLst>
            <pc:docMk/>
            <pc:sldMk cId="1648487806" sldId="270"/>
            <ac:picMk id="8" creationId="{19B34CCB-9FB9-9A22-0438-0FF6DC3FDBAE}"/>
          </ac:picMkLst>
        </pc:picChg>
        <pc:picChg chg="add mod">
          <ac:chgData name="musukie52@gmail.com" userId="017bd91f96aa8751" providerId="LiveId" clId="{5B2C3894-F97E-4CAB-8812-5BB4D83AAC6A}" dt="2026-04-17T04:19:11.713" v="1452" actId="1076"/>
          <ac:picMkLst>
            <pc:docMk/>
            <pc:sldMk cId="1648487806" sldId="270"/>
            <ac:picMk id="9" creationId="{7629C32B-1AFA-68C8-8F4E-2D1E7E139F5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882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3459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831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108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2633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159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2857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7462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6966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82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4040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596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1" y="147792"/>
            <a:ext cx="8991598" cy="6562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653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우리는 없는 존재에게 설정값을 넣어야 한다</a:t>
            </a:r>
            <a:r>
              <a:rPr lang="en-US" altLang="ko-KR" sz="4000"/>
              <a:t>.</a:t>
            </a:r>
            <a:endParaRPr lang="ko-KR" altLang="en-US" sz="400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설정값 </a:t>
            </a:r>
            <a:r>
              <a:rPr lang="en-US" altLang="ko-KR"/>
              <a:t>=&gt; </a:t>
            </a:r>
            <a:r>
              <a:rPr lang="ko-KR" altLang="en-US" b="1"/>
              <a:t>게임에 필요한 것</a:t>
            </a:r>
            <a:r>
              <a:rPr lang="ko-KR" altLang="en-US"/>
              <a:t>이어야 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필요하지 않은 설정 인자는 넣을 필요 없다</a:t>
            </a:r>
            <a:r>
              <a:rPr lang="en-US" altLang="ko-KR"/>
              <a:t>!</a:t>
            </a:r>
            <a:br>
              <a:rPr lang="en-US" altLang="ko-KR"/>
            </a:br>
            <a:r>
              <a:rPr lang="ko-KR" altLang="en-US"/>
              <a:t>예</a:t>
            </a:r>
            <a:r>
              <a:rPr lang="en-US" altLang="ko-KR"/>
              <a:t>) </a:t>
            </a:r>
            <a:r>
              <a:rPr lang="ko-KR" altLang="en-US"/>
              <a:t>혈액형</a:t>
            </a:r>
          </a:p>
        </p:txBody>
      </p:sp>
    </p:spTree>
    <p:extLst>
      <p:ext uri="{BB962C8B-B14F-4D97-AF65-F5344CB8AC3E}">
        <p14:creationId xmlns:p14="http://schemas.microsoft.com/office/powerpoint/2010/main" val="2052281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해야할 것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37309" y="1825625"/>
            <a:ext cx="10917382" cy="4351338"/>
          </a:xfrm>
        </p:spPr>
        <p:txBody>
          <a:bodyPr/>
          <a:lstStyle/>
          <a:p>
            <a:r>
              <a:rPr lang="ko-KR" altLang="en-US"/>
              <a:t>캐릭터의 전신 이미지</a:t>
            </a:r>
            <a:endParaRPr lang="en-US" altLang="ko-KR"/>
          </a:p>
          <a:p>
            <a:r>
              <a:rPr lang="ko-KR" altLang="en-US"/>
              <a:t>화살표 선과 글상자로 설정값들을 넣어보자</a:t>
            </a:r>
            <a:r>
              <a:rPr lang="en-US" altLang="ko-KR"/>
              <a:t>.</a:t>
            </a:r>
          </a:p>
          <a:p>
            <a:r>
              <a:rPr lang="ko-KR" altLang="en-US"/>
              <a:t>외형이 아니더라도</a:t>
            </a:r>
            <a:r>
              <a:rPr lang="en-US" altLang="ko-KR"/>
              <a:t>, </a:t>
            </a:r>
            <a:r>
              <a:rPr lang="ko-KR" altLang="en-US"/>
              <a:t>그 사람이 가지고 있는 것들에 대해 적어보자</a:t>
            </a:r>
          </a:p>
        </p:txBody>
      </p:sp>
    </p:spTree>
    <p:extLst>
      <p:ext uri="{BB962C8B-B14F-4D97-AF65-F5344CB8AC3E}">
        <p14:creationId xmlns:p14="http://schemas.microsoft.com/office/powerpoint/2010/main" val="1804572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캐릭터의 설정 </a:t>
            </a:r>
            <a:r>
              <a:rPr lang="en-US" altLang="ko-KR"/>
              <a:t>‘</a:t>
            </a:r>
            <a:r>
              <a:rPr lang="ko-KR" altLang="en-US"/>
              <a:t>구분 인자</a:t>
            </a:r>
            <a:r>
              <a:rPr lang="en-US" altLang="ko-KR"/>
              <a:t>’</a:t>
            </a:r>
            <a:r>
              <a:rPr lang="ko-KR" altLang="en-US"/>
              <a:t>들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/>
              <a:t>이름</a:t>
            </a:r>
            <a:endParaRPr lang="en-US" altLang="ko-KR"/>
          </a:p>
          <a:p>
            <a:pPr lvl="1"/>
            <a:r>
              <a:rPr lang="ko-KR" altLang="en-US"/>
              <a:t>나의 정체성을 나타내는 것</a:t>
            </a:r>
            <a:endParaRPr lang="en-US" altLang="ko-KR"/>
          </a:p>
          <a:p>
            <a:r>
              <a:rPr lang="ko-KR" altLang="en-US"/>
              <a:t>배경 스토리</a:t>
            </a:r>
            <a:endParaRPr lang="en-US" altLang="ko-KR"/>
          </a:p>
          <a:p>
            <a:r>
              <a:rPr lang="ko-KR" altLang="en-US"/>
              <a:t>메인 설정</a:t>
            </a:r>
            <a:endParaRPr lang="en-US" altLang="ko-KR"/>
          </a:p>
          <a:p>
            <a:pPr lvl="1"/>
            <a:r>
              <a:rPr lang="ko-KR" altLang="en-US"/>
              <a:t>가장 중심적인 설정</a:t>
            </a:r>
            <a:endParaRPr lang="en-US" altLang="ko-KR"/>
          </a:p>
          <a:p>
            <a:r>
              <a:rPr lang="ko-KR" altLang="en-US"/>
              <a:t>프로필</a:t>
            </a:r>
            <a:endParaRPr lang="en-US" altLang="ko-KR"/>
          </a:p>
          <a:p>
            <a:r>
              <a:rPr lang="ko-KR" altLang="en-US"/>
              <a:t>외형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[</a:t>
            </a:r>
            <a:r>
              <a:rPr lang="ko-KR" altLang="en-US"/>
              <a:t>게임의 장르에 따라서 필요한 설정값</a:t>
            </a:r>
            <a:r>
              <a:rPr lang="en-US" altLang="ko-KR"/>
              <a:t>]</a:t>
            </a:r>
          </a:p>
          <a:p>
            <a:r>
              <a:rPr lang="ko-KR" altLang="en-US"/>
              <a:t>컨텐츠의 서식에 따른 설정</a:t>
            </a:r>
            <a:endParaRPr lang="en-US" altLang="ko-KR"/>
          </a:p>
          <a:p>
            <a:r>
              <a:rPr lang="ko-KR" altLang="en-US"/>
              <a:t>소속</a:t>
            </a:r>
            <a:r>
              <a:rPr lang="en-US" altLang="ko-KR"/>
              <a:t>, </a:t>
            </a:r>
            <a:r>
              <a:rPr lang="ko-KR" altLang="en-US"/>
              <a:t>아이템</a:t>
            </a:r>
            <a:r>
              <a:rPr lang="en-US" altLang="ko-KR"/>
              <a:t>, </a:t>
            </a:r>
            <a:r>
              <a:rPr lang="ko-KR" altLang="en-US"/>
              <a:t>의성어</a:t>
            </a:r>
            <a:r>
              <a:rPr lang="en-US" altLang="ko-KR"/>
              <a:t>, </a:t>
            </a:r>
            <a:r>
              <a:rPr lang="ko-KR" altLang="en-US"/>
              <a:t>밸런스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90855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-685800"/>
            <a:ext cx="10515600" cy="685800"/>
          </a:xfrm>
        </p:spPr>
        <p:txBody>
          <a:bodyPr>
            <a:normAutofit/>
          </a:bodyPr>
          <a:lstStyle/>
          <a:p>
            <a:r>
              <a:rPr lang="ko-KR" altLang="en-US" sz="3000"/>
              <a:t>캐릭터 시트</a:t>
            </a:r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7930547"/>
              </p:ext>
            </p:extLst>
          </p:nvPr>
        </p:nvGraphicFramePr>
        <p:xfrm>
          <a:off x="406400" y="295336"/>
          <a:ext cx="8106319" cy="644685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07886">
                  <a:extLst>
                    <a:ext uri="{9D8B030D-6E8A-4147-A177-3AD203B41FA5}">
                      <a16:colId xmlns:a16="http://schemas.microsoft.com/office/drawing/2014/main" val="2993771193"/>
                    </a:ext>
                  </a:extLst>
                </a:gridCol>
                <a:gridCol w="2634433">
                  <a:extLst>
                    <a:ext uri="{9D8B030D-6E8A-4147-A177-3AD203B41FA5}">
                      <a16:colId xmlns:a16="http://schemas.microsoft.com/office/drawing/2014/main" val="1353558059"/>
                    </a:ext>
                  </a:extLst>
                </a:gridCol>
                <a:gridCol w="1226367">
                  <a:extLst>
                    <a:ext uri="{9D8B030D-6E8A-4147-A177-3AD203B41FA5}">
                      <a16:colId xmlns:a16="http://schemas.microsoft.com/office/drawing/2014/main" val="851567097"/>
                    </a:ext>
                  </a:extLst>
                </a:gridCol>
                <a:gridCol w="805633">
                  <a:extLst>
                    <a:ext uri="{9D8B030D-6E8A-4147-A177-3AD203B41FA5}">
                      <a16:colId xmlns:a16="http://schemas.microsoft.com/office/drawing/2014/main" val="147905283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29423839"/>
                    </a:ext>
                  </a:extLst>
                </a:gridCol>
              </a:tblGrid>
              <a:tr h="139452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차한해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역할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선의의 강제 희생자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9661256"/>
                  </a:ext>
                </a:extLst>
              </a:tr>
              <a:tr h="110499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성격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온화하고 순응적</a:t>
                      </a:r>
                      <a:r>
                        <a:rPr lang="en-US" altLang="ko-KR" dirty="0"/>
                        <a:t>. </a:t>
                      </a:r>
                      <a:r>
                        <a:rPr lang="ko-KR" altLang="en-US" dirty="0"/>
                        <a:t>스스로 착하다고 생각하지 않으나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주변의 </a:t>
                      </a:r>
                      <a:r>
                        <a:rPr lang="en-US" altLang="ko-KR" dirty="0"/>
                        <a:t>‘</a:t>
                      </a:r>
                      <a:r>
                        <a:rPr lang="ko-KR" altLang="en-US" dirty="0"/>
                        <a:t>가장 착한 사람</a:t>
                      </a:r>
                      <a:r>
                        <a:rPr lang="en-US" altLang="ko-KR" dirty="0"/>
                        <a:t>’ </a:t>
                      </a:r>
                      <a:r>
                        <a:rPr lang="ko-KR" altLang="en-US" dirty="0"/>
                        <a:t>평가에 만족</a:t>
                      </a:r>
                      <a:r>
                        <a:rPr lang="en-US" altLang="ko-KR" dirty="0"/>
                        <a:t>. </a:t>
                      </a:r>
                      <a:r>
                        <a:rPr lang="ko-KR" altLang="en-US" dirty="0"/>
                        <a:t>점차 희생 강요에 피로를 느낌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선의 지수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무한대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54826"/>
                  </a:ext>
                </a:extLst>
              </a:tr>
              <a:tr h="110499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약점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타인의 평가에 쉽게 흔들림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5511477"/>
                  </a:ext>
                </a:extLst>
              </a:tr>
              <a:tr h="110499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배경 이야기</a:t>
                      </a: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입양 장녀로 어린 시절부터 부모와 친동생에게 지속적 희생을 </a:t>
                      </a:r>
                      <a:r>
                        <a:rPr lang="ko-KR" altLang="en-US" dirty="0" err="1"/>
                        <a:t>강요받음</a:t>
                      </a:r>
                      <a:r>
                        <a:rPr lang="en-US" altLang="ko-KR" dirty="0"/>
                        <a:t>. </a:t>
                      </a:r>
                      <a:r>
                        <a:rPr lang="ko-KR" altLang="en-US" dirty="0"/>
                        <a:t>착한 아이 증후군으로 선행에 강박을 지님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6224805"/>
                  </a:ext>
                </a:extLst>
              </a:tr>
              <a:tr h="11049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2D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도트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2952416"/>
                  </a:ext>
                </a:extLst>
              </a:tr>
            </a:tbl>
          </a:graphicData>
        </a:graphic>
      </p:graphicFrame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100000" l="0" r="100000">
                        <a14:foregroundMark x1="20504" y1="52295" x2="21223" y2="53408"/>
                        <a14:foregroundMark x1="88849" y1="51321" x2="86691" y2="54381"/>
                        <a14:foregroundMark x1="23022" y1="51739" x2="23741" y2="53686"/>
                        <a14:foregroundMark x1="44964" y1="76773" x2="50000" y2="96523"/>
                        <a14:foregroundMark x1="63309" y1="80807" x2="66187" y2="96384"/>
                        <a14:foregroundMark x1="10791" y1="35049" x2="6115" y2="40195"/>
                        <a14:foregroundMark x1="8273" y1="43394" x2="10072" y2="45480"/>
                        <a14:foregroundMark x1="42806" y1="87622" x2="41367" y2="90125"/>
                        <a14:foregroundMark x1="58273" y1="84006" x2="57554" y2="86648"/>
                        <a14:backgroundMark x1="54317" y1="55355" x2="52878" y2="81502"/>
                        <a14:backgroundMark x1="23741" y1="27816" x2="23741" y2="27816"/>
                        <a14:backgroundMark x1="23381" y1="28512" x2="23381" y2="28512"/>
                        <a14:backgroundMark x1="61151" y1="15021" x2="61151" y2="15021"/>
                        <a14:backgroundMark x1="58993" y1="14882" x2="58993" y2="148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21261" y="4901235"/>
            <a:ext cx="627692" cy="162341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0" b="100000" l="0" r="100000">
                        <a14:backgroundMark x1="10345" y1="4310" x2="10345" y2="4310"/>
                        <a14:backgroundMark x1="17241" y1="6034" x2="1724" y2="36207"/>
                        <a14:backgroundMark x1="81034" y1="3448" x2="94828" y2="22414"/>
                        <a14:backgroundMark x1="15517" y1="3448" x2="81034" y2="862"/>
                        <a14:backgroundMark x1="94828" y1="23276" x2="91379" y2="49138"/>
                        <a14:backgroundMark x1="93103" y1="49138" x2="94828" y2="77586"/>
                        <a14:backgroundMark x1="1724" y1="34483" x2="6897" y2="50862"/>
                        <a14:backgroundMark x1="6897" y1="51724" x2="1724" y2="74138"/>
                        <a14:backgroundMark x1="5172" y1="73276" x2="17241" y2="95690"/>
                        <a14:backgroundMark x1="93103" y1="76724" x2="81034" y2="9482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97632" y="5419600"/>
            <a:ext cx="552527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067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CCEBF64-9B3F-B976-F13F-1254C6BD7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822" y="256874"/>
            <a:ext cx="7976356" cy="6344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166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6CBF099-E19A-0115-F5C2-F6949C71F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0345" y="0"/>
            <a:ext cx="63513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027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D56ABE-DFAE-8F12-5D19-8687A82FF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2DA624-7E84-0FD8-C71D-D8CB1FC5A6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04A8D6E-AEFB-BE90-2C53-0BA7AF7D966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1670"/>
          <a:stretch/>
        </p:blipFill>
        <p:spPr>
          <a:xfrm>
            <a:off x="1061867" y="0"/>
            <a:ext cx="48659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1936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A82F35-3529-585C-EAF4-BCF35E3B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4D5D3C-E1E5-E4E0-002C-DFA1ABBCCC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C0824AB-8A4D-1985-76E5-549873A22B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89" y="0"/>
            <a:ext cx="119704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0194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605566-D56C-07AA-FDEE-2D11A9823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73080D-9BD3-DE6A-F737-5DF4666ECE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6C3D93-3174-C44C-31D2-9CA93318E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6595"/>
            <a:ext cx="12192000" cy="4664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0725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42520C-1DE2-70AB-DBA3-05689EA71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C93143-E924-E176-2166-B51A01D5C5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5ACF3A5-3A3B-D428-72B6-E8891C538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156" y="0"/>
            <a:ext cx="102456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8759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4" y="285751"/>
            <a:ext cx="11659072" cy="6286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7443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813119" y="861358"/>
            <a:ext cx="1016922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>
                <a:latin typeface="PF스타더스트" panose="03050601020101020101" pitchFamily="66" charset="-127"/>
                <a:ea typeface="PF스타더스트" panose="03050601020101020101" pitchFamily="66" charset="-127"/>
              </a:rPr>
              <a:t>남색 비니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65000" y="4987011"/>
            <a:ext cx="3677064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>
                <a:latin typeface="PF스타더스트" panose="03050601020101020101" pitchFamily="66" charset="-127"/>
                <a:ea typeface="PF스타더스트" panose="03050601020101020101" pitchFamily="66" charset="-127"/>
              </a:rPr>
              <a:t>메시지 말투를 여러 번 수정하는 습관</a:t>
            </a:r>
            <a:endParaRPr lang="ko-KR" altLang="en-US" sz="1500">
              <a:latin typeface="PF스타더스트" panose="03050601020101020101" pitchFamily="66" charset="-127"/>
              <a:ea typeface="PF스타더스트" panose="03050601020101020101" pitchFamily="66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100000" l="0" r="100000">
                        <a14:foregroundMark x1="20504" y1="52295" x2="21223" y2="53408"/>
                        <a14:foregroundMark x1="88849" y1="51321" x2="86691" y2="54381"/>
                        <a14:foregroundMark x1="23022" y1="51739" x2="23741" y2="53686"/>
                        <a14:foregroundMark x1="44964" y1="76773" x2="50000" y2="96523"/>
                        <a14:foregroundMark x1="63309" y1="80807" x2="66187" y2="96384"/>
                        <a14:foregroundMark x1="10791" y1="35049" x2="6115" y2="40195"/>
                        <a14:foregroundMark x1="8273" y1="43394" x2="10072" y2="45480"/>
                        <a14:foregroundMark x1="42806" y1="87622" x2="41367" y2="90125"/>
                        <a14:foregroundMark x1="58273" y1="84006" x2="57554" y2="86648"/>
                        <a14:backgroundMark x1="54317" y1="55355" x2="52878" y2="81502"/>
                        <a14:backgroundMark x1="23741" y1="27816" x2="23741" y2="27816"/>
                        <a14:backgroundMark x1="23381" y1="28512" x2="23381" y2="28512"/>
                        <a14:backgroundMark x1="61151" y1="15021" x2="61151" y2="15021"/>
                        <a14:backgroundMark x1="58993" y1="14882" x2="58993" y2="148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01608" y="744948"/>
            <a:ext cx="2241608" cy="5797539"/>
          </a:xfrm>
          <a:prstGeom prst="rect">
            <a:avLst/>
          </a:prstGeom>
        </p:spPr>
      </p:pic>
      <p:cxnSp>
        <p:nvCxnSpPr>
          <p:cNvPr id="16" name="직선 화살표 연결선 15"/>
          <p:cNvCxnSpPr>
            <a:endCxn id="6" idx="1"/>
          </p:cNvCxnSpPr>
          <p:nvPr/>
        </p:nvCxnSpPr>
        <p:spPr>
          <a:xfrm>
            <a:off x="7196328" y="4371221"/>
            <a:ext cx="1068672" cy="846623"/>
          </a:xfrm>
          <a:prstGeom prst="straightConnector1">
            <a:avLst/>
          </a:prstGeom>
          <a:ln w="19050">
            <a:solidFill>
              <a:srgbClr val="EBD23D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282924" y="1935662"/>
            <a:ext cx="1718312" cy="43858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>
                <a:latin typeface="PF스타더스트" panose="03050601020101020101" pitchFamily="66" charset="-127"/>
                <a:ea typeface="PF스타더스트" panose="03050601020101020101" pitchFamily="66" charset="-127"/>
              </a:rPr>
              <a:t>선한 인상의 미소</a:t>
            </a:r>
          </a:p>
        </p:txBody>
      </p:sp>
      <p:cxnSp>
        <p:nvCxnSpPr>
          <p:cNvPr id="31" name="직선 화살표 연결선 30"/>
          <p:cNvCxnSpPr>
            <a:endCxn id="4" idx="3"/>
          </p:cNvCxnSpPr>
          <p:nvPr/>
        </p:nvCxnSpPr>
        <p:spPr>
          <a:xfrm flipH="1" flipV="1">
            <a:off x="4830041" y="1080649"/>
            <a:ext cx="958111" cy="44063"/>
          </a:xfrm>
          <a:prstGeom prst="straightConnector1">
            <a:avLst/>
          </a:prstGeom>
          <a:ln w="19050">
            <a:solidFill>
              <a:srgbClr val="EBD23D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>
            <a:endCxn id="43" idx="3"/>
          </p:cNvCxnSpPr>
          <p:nvPr/>
        </p:nvCxnSpPr>
        <p:spPr>
          <a:xfrm flipH="1">
            <a:off x="5217146" y="4123944"/>
            <a:ext cx="571006" cy="1023913"/>
          </a:xfrm>
          <a:prstGeom prst="straightConnector1">
            <a:avLst/>
          </a:prstGeom>
          <a:ln w="19050">
            <a:solidFill>
              <a:srgbClr val="EBD23D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895344" y="4732358"/>
            <a:ext cx="13218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>
                <a:latin typeface="PF스타더스트" panose="03050601020101020101" pitchFamily="66" charset="-127"/>
                <a:ea typeface="PF스타더스트" panose="03050601020101020101" pitchFamily="66" charset="-127"/>
              </a:rPr>
              <a:t>활동이 편한</a:t>
            </a:r>
            <a:endParaRPr lang="en-US" altLang="ko-KR" sz="1600">
              <a:latin typeface="PF스타더스트" panose="03050601020101020101" pitchFamily="66" charset="-127"/>
              <a:ea typeface="PF스타더스트" panose="03050601020101020101" pitchFamily="66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>
                <a:latin typeface="PF스타더스트" panose="03050601020101020101" pitchFamily="66" charset="-127"/>
                <a:ea typeface="PF스타더스트" panose="03050601020101020101" pitchFamily="66" charset="-127"/>
              </a:rPr>
              <a:t>캐주얼 차림</a:t>
            </a:r>
            <a:endParaRPr lang="ko-KR" altLang="en-US" sz="1500">
              <a:latin typeface="PF스타더스트" panose="03050601020101020101" pitchFamily="66" charset="-127"/>
              <a:ea typeface="PF스타더스트" panose="03050601020101020101" pitchFamily="66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502744" y="1885793"/>
            <a:ext cx="3521616" cy="43858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>
                <a:latin typeface="PF스타더스트" panose="03050601020101020101" pitchFamily="66" charset="-127"/>
                <a:ea typeface="PF스타더스트" panose="03050601020101020101" pitchFamily="66" charset="-127"/>
              </a:rPr>
              <a:t>‘좋은 사람’으로 보이고</a:t>
            </a:r>
            <a:r>
              <a:rPr lang="en-US" altLang="ko-KR" sz="1500">
                <a:latin typeface="PF스타더스트" panose="03050601020101020101" pitchFamily="66" charset="-127"/>
                <a:ea typeface="PF스타더스트" panose="03050601020101020101" pitchFamily="66" charset="-127"/>
              </a:rPr>
              <a:t> </a:t>
            </a:r>
            <a:r>
              <a:rPr lang="ko-KR" altLang="en-US" sz="1500">
                <a:latin typeface="PF스타더스트" panose="03050601020101020101" pitchFamily="66" charset="-127"/>
                <a:ea typeface="PF스타더스트" panose="03050601020101020101" pitchFamily="66" charset="-127"/>
              </a:rPr>
              <a:t>싶어 하는 욕구</a:t>
            </a:r>
          </a:p>
        </p:txBody>
      </p:sp>
      <p:cxnSp>
        <p:nvCxnSpPr>
          <p:cNvPr id="51" name="직선 화살표 연결선 50"/>
          <p:cNvCxnSpPr>
            <a:endCxn id="49" idx="1"/>
          </p:cNvCxnSpPr>
          <p:nvPr/>
        </p:nvCxnSpPr>
        <p:spPr>
          <a:xfrm flipV="1">
            <a:off x="7196328" y="2105084"/>
            <a:ext cx="1306416" cy="4416"/>
          </a:xfrm>
          <a:prstGeom prst="straightConnector1">
            <a:avLst/>
          </a:prstGeom>
          <a:ln w="19050">
            <a:solidFill>
              <a:srgbClr val="EBD23D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/>
          <p:cNvCxnSpPr>
            <a:endCxn id="25" idx="3"/>
          </p:cNvCxnSpPr>
          <p:nvPr/>
        </p:nvCxnSpPr>
        <p:spPr>
          <a:xfrm flipH="1">
            <a:off x="5001236" y="1854931"/>
            <a:ext cx="668613" cy="300022"/>
          </a:xfrm>
          <a:prstGeom prst="straightConnector1">
            <a:avLst/>
          </a:prstGeom>
          <a:ln w="19050">
            <a:solidFill>
              <a:srgbClr val="EBD23D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502744" y="3368280"/>
            <a:ext cx="3134756" cy="43858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>
                <a:latin typeface="PF스타더스트" panose="03050601020101020101" pitchFamily="66" charset="-127"/>
                <a:ea typeface="PF스타더스트" panose="03050601020101020101" pitchFamily="66" charset="-127"/>
              </a:rPr>
              <a:t>소지품을 넉넉히 챙겨</a:t>
            </a:r>
            <a:r>
              <a:rPr lang="en-US" altLang="ko-KR" sz="1500">
                <a:latin typeface="PF스타더스트" panose="03050601020101020101" pitchFamily="66" charset="-127"/>
                <a:ea typeface="PF스타더스트" panose="03050601020101020101" pitchFamily="66" charset="-127"/>
              </a:rPr>
              <a:t> </a:t>
            </a:r>
            <a:r>
              <a:rPr lang="ko-KR" altLang="en-US" sz="1500">
                <a:latin typeface="PF스타더스트" panose="03050601020101020101" pitchFamily="66" charset="-127"/>
                <a:ea typeface="PF스타더스트" panose="03050601020101020101" pitchFamily="66" charset="-127"/>
              </a:rPr>
              <a:t>다니는 습관</a:t>
            </a:r>
          </a:p>
        </p:txBody>
      </p:sp>
      <p:cxnSp>
        <p:nvCxnSpPr>
          <p:cNvPr id="59" name="직선 화살표 연결선 58"/>
          <p:cNvCxnSpPr>
            <a:endCxn id="58" idx="1"/>
          </p:cNvCxnSpPr>
          <p:nvPr/>
        </p:nvCxnSpPr>
        <p:spPr>
          <a:xfrm>
            <a:off x="7443216" y="3300569"/>
            <a:ext cx="1059528" cy="287002"/>
          </a:xfrm>
          <a:prstGeom prst="straightConnector1">
            <a:avLst/>
          </a:prstGeom>
          <a:ln w="19050">
            <a:solidFill>
              <a:srgbClr val="EBD23D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436571" y="3155914"/>
            <a:ext cx="236540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>
                <a:latin typeface="PF스타더스트" panose="03050601020101020101" pitchFamily="66" charset="-127"/>
                <a:ea typeface="PF스타더스트" panose="03050601020101020101" pitchFamily="66" charset="-127"/>
              </a:rPr>
              <a:t>주인공 설정</a:t>
            </a:r>
          </a:p>
        </p:txBody>
      </p:sp>
    </p:spTree>
    <p:extLst>
      <p:ext uri="{BB962C8B-B14F-4D97-AF65-F5344CB8AC3E}">
        <p14:creationId xmlns:p14="http://schemas.microsoft.com/office/powerpoint/2010/main" val="4961475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904DAA2-1935-8EEF-3078-BA0B589DD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696059"/>
              </p:ext>
            </p:extLst>
          </p:nvPr>
        </p:nvGraphicFramePr>
        <p:xfrm>
          <a:off x="2032000" y="361078"/>
          <a:ext cx="8128000" cy="6061623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441493">
                  <a:extLst>
                    <a:ext uri="{9D8B030D-6E8A-4147-A177-3AD203B41FA5}">
                      <a16:colId xmlns:a16="http://schemas.microsoft.com/office/drawing/2014/main" val="466659687"/>
                    </a:ext>
                  </a:extLst>
                </a:gridCol>
                <a:gridCol w="2622507">
                  <a:extLst>
                    <a:ext uri="{9D8B030D-6E8A-4147-A177-3AD203B41FA5}">
                      <a16:colId xmlns:a16="http://schemas.microsoft.com/office/drawing/2014/main" val="3110564245"/>
                    </a:ext>
                  </a:extLst>
                </a:gridCol>
                <a:gridCol w="1268295">
                  <a:extLst>
                    <a:ext uri="{9D8B030D-6E8A-4147-A177-3AD203B41FA5}">
                      <a16:colId xmlns:a16="http://schemas.microsoft.com/office/drawing/2014/main" val="2588622405"/>
                    </a:ext>
                  </a:extLst>
                </a:gridCol>
                <a:gridCol w="2795705">
                  <a:extLst>
                    <a:ext uri="{9D8B030D-6E8A-4147-A177-3AD203B41FA5}">
                      <a16:colId xmlns:a16="http://schemas.microsoft.com/office/drawing/2014/main" val="36110316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/>
                        <a:t>이름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500" b="0" dirty="0" err="1"/>
                        <a:t>차한해</a:t>
                      </a:r>
                      <a:endParaRPr lang="ko-KR" altLang="en-US" sz="15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역할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500" b="0"/>
                        <a:t>선의의 강제 희생자</a:t>
                      </a:r>
                      <a:endParaRPr lang="ko-KR" altLang="en-US" sz="15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3351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/>
                        <a:t>선의 지수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500" dirty="0"/>
                        <a:t>∞</a:t>
                      </a:r>
                      <a:r>
                        <a:rPr lang="en-US" altLang="ko-KR" sz="1500" dirty="0"/>
                        <a:t>(</a:t>
                      </a:r>
                      <a:r>
                        <a:rPr lang="ko-KR" altLang="en-US" sz="1500" dirty="0"/>
                        <a:t>무한대</a:t>
                      </a:r>
                      <a:r>
                        <a:rPr lang="en-US" altLang="ko-KR" sz="1500" dirty="0"/>
                        <a:t>)</a:t>
                      </a:r>
                      <a:endParaRPr lang="ko-KR" altLang="en-US" sz="15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/>
                        <a:t>특별 아이템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500" dirty="0"/>
                        <a:t>우정의 증표</a:t>
                      </a:r>
                      <a:endParaRPr lang="ko-KR" altLang="en-US" sz="1500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88802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/>
                        <a:t>배경 요약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sz="1500" dirty="0"/>
                        <a:t>입양아</a:t>
                      </a:r>
                      <a:r>
                        <a:rPr lang="en-US" altLang="ko-KR" sz="1500" dirty="0"/>
                        <a:t>. </a:t>
                      </a:r>
                      <a:r>
                        <a:rPr lang="ko-KR" altLang="en-US" sz="1500" dirty="0"/>
                        <a:t>동생을 위한 희생 강요 환경에서 성장</a:t>
                      </a:r>
                      <a:r>
                        <a:rPr lang="en-US" altLang="ko-KR" sz="1500" dirty="0"/>
                        <a:t>. </a:t>
                      </a:r>
                      <a:r>
                        <a:rPr lang="ko-KR" altLang="en-US" sz="1500" dirty="0" err="1"/>
                        <a:t>붑모</a:t>
                      </a:r>
                      <a:r>
                        <a:rPr lang="ko-KR" altLang="en-US" sz="1500" dirty="0"/>
                        <a:t> 기대 부응 위해 </a:t>
                      </a:r>
                      <a:r>
                        <a:rPr lang="en-US" altLang="ko-KR" sz="1500" dirty="0"/>
                        <a:t>‘</a:t>
                      </a:r>
                      <a:r>
                        <a:rPr lang="ko-KR" altLang="en-US" sz="1500" dirty="0"/>
                        <a:t>착한 아이 증후군</a:t>
                      </a:r>
                      <a:r>
                        <a:rPr lang="en-US" altLang="ko-KR" sz="1500" dirty="0"/>
                        <a:t>’ </a:t>
                      </a:r>
                      <a:r>
                        <a:rPr lang="ko-KR" altLang="en-US" sz="1500" dirty="0"/>
                        <a:t>및 </a:t>
                      </a:r>
                      <a:r>
                        <a:rPr lang="en-US" altLang="ko-KR" sz="1500" dirty="0"/>
                        <a:t>‘</a:t>
                      </a:r>
                      <a:r>
                        <a:rPr lang="ko-KR" altLang="en-US" sz="1500" dirty="0"/>
                        <a:t>선행 강박</a:t>
                      </a:r>
                      <a:r>
                        <a:rPr lang="en-US" altLang="ko-KR" sz="1500" dirty="0"/>
                        <a:t>’ </a:t>
                      </a:r>
                      <a:r>
                        <a:rPr lang="ko-KR" altLang="en-US" sz="1500" dirty="0"/>
                        <a:t>형성</a:t>
                      </a:r>
                      <a:r>
                        <a:rPr lang="en-US" altLang="ko-KR" sz="1500" dirty="0"/>
                        <a:t>.</a:t>
                      </a:r>
                      <a:endParaRPr lang="ko-KR" altLang="en-US" sz="15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7360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/>
                        <a:t>성격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sz="1500" dirty="0"/>
                        <a:t>온화하고 순응적</a:t>
                      </a:r>
                      <a:r>
                        <a:rPr lang="en-US" altLang="ko-KR" sz="1500" dirty="0"/>
                        <a:t>. </a:t>
                      </a:r>
                      <a:r>
                        <a:rPr lang="ko-KR" altLang="en-US" sz="1500" dirty="0"/>
                        <a:t>스스로 착하다고 생각하지 않으나</a:t>
                      </a:r>
                      <a:r>
                        <a:rPr lang="en-US" altLang="ko-KR" sz="1500" dirty="0"/>
                        <a:t>, </a:t>
                      </a:r>
                      <a:r>
                        <a:rPr lang="ko-KR" altLang="en-US" sz="1500" dirty="0"/>
                        <a:t>주변의 </a:t>
                      </a:r>
                      <a:r>
                        <a:rPr lang="en-US" altLang="ko-KR" sz="1500" dirty="0"/>
                        <a:t>‘</a:t>
                      </a:r>
                      <a:r>
                        <a:rPr lang="ko-KR" altLang="en-US" sz="1500" dirty="0"/>
                        <a:t>가장 착한 사람</a:t>
                      </a:r>
                      <a:r>
                        <a:rPr lang="en-US" altLang="ko-KR" sz="1500" dirty="0"/>
                        <a:t>’ </a:t>
                      </a:r>
                      <a:r>
                        <a:rPr lang="ko-KR" altLang="en-US" sz="1500" dirty="0"/>
                        <a:t>평가에 만족</a:t>
                      </a:r>
                      <a:r>
                        <a:rPr lang="en-US" altLang="ko-KR" sz="1500" dirty="0"/>
                        <a:t>. </a:t>
                      </a:r>
                      <a:r>
                        <a:rPr lang="ko-KR" altLang="en-US" sz="1500" dirty="0"/>
                        <a:t>인정 욕구 강함</a:t>
                      </a:r>
                      <a:r>
                        <a:rPr lang="en-US" altLang="ko-KR" sz="1500" dirty="0"/>
                        <a:t>.</a:t>
                      </a:r>
                      <a:endParaRPr lang="ko-KR" altLang="en-US" sz="15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3999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/>
                        <a:t>능력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500" dirty="0"/>
                        <a:t>선의 타격</a:t>
                      </a:r>
                      <a:endParaRPr lang="en-US" altLang="ko-KR" sz="1500" dirty="0"/>
                    </a:p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500" dirty="0"/>
                        <a:t>공감 </a:t>
                      </a:r>
                      <a:r>
                        <a:rPr lang="en-US" altLang="ko-KR" sz="1500" dirty="0"/>
                        <a:t>(</a:t>
                      </a:r>
                      <a:r>
                        <a:rPr lang="ko-KR" altLang="en-US" sz="1500" dirty="0"/>
                        <a:t>버프</a:t>
                      </a:r>
                      <a:r>
                        <a:rPr lang="en-US" altLang="ko-KR" sz="1500" dirty="0"/>
                        <a:t>)</a:t>
                      </a:r>
                    </a:p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500" dirty="0"/>
                        <a:t>몰입 </a:t>
                      </a:r>
                      <a:r>
                        <a:rPr lang="en-US" altLang="ko-KR" sz="1500" dirty="0"/>
                        <a:t>(</a:t>
                      </a:r>
                      <a:r>
                        <a:rPr lang="ko-KR" altLang="en-US" sz="1500" dirty="0"/>
                        <a:t>강화</a:t>
                      </a:r>
                      <a:r>
                        <a:rPr lang="en-US" altLang="ko-KR" sz="1500" dirty="0"/>
                        <a:t>)</a:t>
                      </a:r>
                      <a:endParaRPr lang="ko-KR" altLang="en-US" sz="15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/>
                        <a:t>약점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500" dirty="0"/>
                        <a:t>희생 강요 </a:t>
                      </a:r>
                      <a:r>
                        <a:rPr lang="en-US" altLang="ko-KR" sz="1500" dirty="0"/>
                        <a:t>(</a:t>
                      </a:r>
                      <a:r>
                        <a:rPr lang="ko-KR" altLang="en-US" sz="1500" dirty="0" err="1"/>
                        <a:t>디버프</a:t>
                      </a:r>
                      <a:r>
                        <a:rPr lang="en-US" altLang="ko-KR" sz="1500" dirty="0"/>
                        <a:t>)</a:t>
                      </a:r>
                    </a:p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500" dirty="0"/>
                        <a:t>선행 거절 </a:t>
                      </a:r>
                      <a:r>
                        <a:rPr lang="en-US" altLang="ko-KR" sz="1500" dirty="0"/>
                        <a:t>(</a:t>
                      </a:r>
                      <a:r>
                        <a:rPr lang="ko-KR" altLang="en-US" sz="1500" dirty="0"/>
                        <a:t>이속 제한</a:t>
                      </a:r>
                      <a:r>
                        <a:rPr lang="en-US" altLang="ko-KR" sz="1500" dirty="0"/>
                        <a:t>)</a:t>
                      </a:r>
                      <a:endParaRPr lang="ko-KR" altLang="en-US" sz="1500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13103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/>
                        <a:t>게임 내 역할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sz="1500" dirty="0"/>
                        <a:t>착함 테마의 핵심 갈등 담당</a:t>
                      </a:r>
                      <a:r>
                        <a:rPr lang="en-US" altLang="ko-KR" sz="1500" dirty="0"/>
                        <a:t>. </a:t>
                      </a:r>
                      <a:r>
                        <a:rPr lang="ko-KR" altLang="en-US" sz="1500" dirty="0"/>
                        <a:t>자발적 영웅 ↔ 강제 희생양 분기</a:t>
                      </a: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3075920"/>
                  </a:ext>
                </a:extLst>
              </a:tr>
              <a:tr h="30745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1" dirty="0"/>
                        <a:t>2D</a:t>
                      </a:r>
                      <a:endParaRPr lang="ko-KR" altLang="en-US" sz="1500" b="1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/>
                        <a:t>도트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288161"/>
                  </a:ext>
                </a:extLst>
              </a:tr>
            </a:tbl>
          </a:graphicData>
        </a:graphic>
      </p:graphicFrame>
      <p:pic>
        <p:nvPicPr>
          <p:cNvPr id="8" name="그림 7">
            <a:extLst>
              <a:ext uri="{FF2B5EF4-FFF2-40B4-BE49-F238E27FC236}">
                <a16:creationId xmlns:a16="http://schemas.microsoft.com/office/drawing/2014/main" id="{19B34CCB-9FB9-9A22-0438-0FF6DC3FD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100000" l="0" r="100000">
                        <a14:foregroundMark x1="20504" y1="52295" x2="21223" y2="53408"/>
                        <a14:foregroundMark x1="88849" y1="51321" x2="86691" y2="54381"/>
                        <a14:foregroundMark x1="23022" y1="51739" x2="23741" y2="53686"/>
                        <a14:foregroundMark x1="44964" y1="76773" x2="50000" y2="96523"/>
                        <a14:foregroundMark x1="63309" y1="80807" x2="66187" y2="96384"/>
                        <a14:foregroundMark x1="10791" y1="35049" x2="6115" y2="40195"/>
                        <a14:foregroundMark x1="8273" y1="43394" x2="10072" y2="45480"/>
                        <a14:foregroundMark x1="42806" y1="87622" x2="41367" y2="90125"/>
                        <a14:foregroundMark x1="58273" y1="84006" x2="57554" y2="86648"/>
                        <a14:backgroundMark x1="54317" y1="55355" x2="52878" y2="81502"/>
                        <a14:backgroundMark x1="23741" y1="27816" x2="23741" y2="27816"/>
                        <a14:backgroundMark x1="23381" y1="28512" x2="23381" y2="28512"/>
                        <a14:backgroundMark x1="61151" y1="15021" x2="61151" y2="15021"/>
                        <a14:backgroundMark x1="58993" y1="14882" x2="58993" y2="148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70177" y="3529084"/>
            <a:ext cx="1078905" cy="279040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629C32B-1AFA-68C8-8F4E-2D1E7E139F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0" b="100000" l="0" r="100000">
                        <a14:backgroundMark x1="10345" y1="4310" x2="10345" y2="4310"/>
                        <a14:backgroundMark x1="17241" y1="6034" x2="1724" y2="36207"/>
                        <a14:backgroundMark x1="81034" y1="3448" x2="94828" y2="22414"/>
                        <a14:backgroundMark x1="15517" y1="3448" x2="81034" y2="862"/>
                        <a14:backgroundMark x1="94828" y1="23276" x2="91379" y2="49138"/>
                        <a14:backgroundMark x1="93103" y1="49138" x2="94828" y2="77586"/>
                        <a14:backgroundMark x1="1724" y1="34483" x2="6897" y2="50862"/>
                        <a14:backgroundMark x1="6897" y1="51724" x2="1724" y2="74138"/>
                        <a14:backgroundMark x1="5172" y1="73276" x2="17241" y2="95690"/>
                        <a14:backgroundMark x1="93103" y1="76724" x2="81034" y2="9482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310223" y="3974578"/>
            <a:ext cx="949708" cy="189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4878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277</Words>
  <Application>Microsoft Office PowerPoint</Application>
  <PresentationFormat>와이드스크린</PresentationFormat>
  <Paragraphs>65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PF스타더스트</vt:lpstr>
      <vt:lpstr>맑은 고딕</vt:lpstr>
      <vt:lpstr>Arial</vt:lpstr>
      <vt:lpstr>Office 테마</vt:lpstr>
      <vt:lpstr>PowerPoint 프레젠테이션</vt:lpstr>
      <vt:lpstr>우리는 없는 존재에게 설정값을 넣어야 한다.</vt:lpstr>
      <vt:lpstr>해야할 것</vt:lpstr>
      <vt:lpstr>캐릭터의 설정 ‘구분 인자’들</vt:lpstr>
      <vt:lpstr>캐릭터 시트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FullName</cp:lastModifiedBy>
  <cp:revision>14</cp:revision>
  <dcterms:created xsi:type="dcterms:W3CDTF">2026-04-16T04:47:33Z</dcterms:created>
  <dcterms:modified xsi:type="dcterms:W3CDTF">2026-04-17T04:56:53Z</dcterms:modified>
</cp:coreProperties>
</file>