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18E48-321A-4324-BE43-C5FC08893659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FD16-4116-41DD-A0F2-966D3782F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615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18E48-321A-4324-BE43-C5FC08893659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FD16-4116-41DD-A0F2-966D3782F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4372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18E48-321A-4324-BE43-C5FC08893659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FD16-4116-41DD-A0F2-966D3782F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916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18E48-321A-4324-BE43-C5FC08893659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FD16-4116-41DD-A0F2-966D3782F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1073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18E48-321A-4324-BE43-C5FC08893659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FD16-4116-41DD-A0F2-966D3782F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18E48-321A-4324-BE43-C5FC08893659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FD16-4116-41DD-A0F2-966D3782F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932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18E48-321A-4324-BE43-C5FC08893659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FD16-4116-41DD-A0F2-966D3782F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129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18E48-321A-4324-BE43-C5FC08893659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FD16-4116-41DD-A0F2-966D3782F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235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18E48-321A-4324-BE43-C5FC08893659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FD16-4116-41DD-A0F2-966D3782F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847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18E48-321A-4324-BE43-C5FC08893659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FD16-4116-41DD-A0F2-966D3782F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3102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18E48-321A-4324-BE43-C5FC08893659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6FD16-4116-41DD-A0F2-966D3782F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203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18E48-321A-4324-BE43-C5FC08893659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6FD16-4116-41DD-A0F2-966D3782FF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601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오늘 할 것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애니메이션 리스트와</a:t>
            </a:r>
            <a:endParaRPr lang="en-US" altLang="ko-KR" dirty="0" smtClean="0"/>
          </a:p>
          <a:p>
            <a:r>
              <a:rPr lang="ko-KR" altLang="en-US" dirty="0" smtClean="0"/>
              <a:t>애니메이션 </a:t>
            </a:r>
            <a:r>
              <a:rPr lang="ko-KR" altLang="en-US" dirty="0" err="1" smtClean="0"/>
              <a:t>로직</a:t>
            </a:r>
            <a:r>
              <a:rPr lang="en-US" altLang="ko-KR" dirty="0" smtClean="0"/>
              <a:t>(</a:t>
            </a:r>
            <a:r>
              <a:rPr lang="ko-KR" altLang="en-US" dirty="0" smtClean="0"/>
              <a:t>몬스터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완성하기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몬스터가 가진 모든 사항에 대해서 </a:t>
            </a:r>
            <a:r>
              <a:rPr lang="ko-KR" altLang="en-US" dirty="0" err="1" smtClean="0"/>
              <a:t>로직을</a:t>
            </a:r>
            <a:r>
              <a:rPr lang="ko-KR" altLang="en-US" dirty="0" smtClean="0"/>
              <a:t> 만들어야 하므로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예외 사항이 없어야 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9697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25</Words>
  <Application>Microsoft Office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오늘 할 것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오늘 할 것</dc:title>
  <dc:creator>FullName</dc:creator>
  <cp:lastModifiedBy>FullName</cp:lastModifiedBy>
  <cp:revision>2</cp:revision>
  <dcterms:created xsi:type="dcterms:W3CDTF">2026-04-24T04:58:52Z</dcterms:created>
  <dcterms:modified xsi:type="dcterms:W3CDTF">2026-04-24T05:08:25Z</dcterms:modified>
</cp:coreProperties>
</file>