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8" r:id="rId11"/>
    <p:sldId id="267" r:id="rId12"/>
    <p:sldId id="269" r:id="rId13"/>
    <p:sldId id="270" r:id="rId14"/>
    <p:sldId id="271" r:id="rId15"/>
    <p:sldId id="272" r:id="rId16"/>
    <p:sldId id="273" r:id="rId17"/>
    <p:sldId id="263" r:id="rId18"/>
    <p:sldId id="274" r:id="rId19"/>
    <p:sldId id="275" r:id="rId20"/>
    <p:sldId id="278" r:id="rId21"/>
    <p:sldId id="279" r:id="rId22"/>
    <p:sldId id="280" r:id="rId23"/>
    <p:sldId id="276" r:id="rId24"/>
    <p:sldId id="277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3DC-1C43-43EB-8F73-C820DBA42C77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F89C-C114-4537-A854-309153233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538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3DC-1C43-43EB-8F73-C820DBA42C77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F89C-C114-4537-A854-309153233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50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3DC-1C43-43EB-8F73-C820DBA42C77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F89C-C114-4537-A854-309153233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685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3DC-1C43-43EB-8F73-C820DBA42C77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F89C-C114-4537-A854-309153233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23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3DC-1C43-43EB-8F73-C820DBA42C77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F89C-C114-4537-A854-309153233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9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3DC-1C43-43EB-8F73-C820DBA42C77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F89C-C114-4537-A854-309153233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234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3DC-1C43-43EB-8F73-C820DBA42C77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F89C-C114-4537-A854-309153233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783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3DC-1C43-43EB-8F73-C820DBA42C77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F89C-C114-4537-A854-309153233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640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3DC-1C43-43EB-8F73-C820DBA42C77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F89C-C114-4537-A854-309153233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7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3DC-1C43-43EB-8F73-C820DBA42C77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F89C-C114-4537-A854-309153233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941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4A3DC-1C43-43EB-8F73-C820DBA42C77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7F89C-C114-4537-A854-309153233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670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4A3DC-1C43-43EB-8F73-C820DBA42C77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7F89C-C114-4537-A854-309153233E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096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저번 시간 선생님 판서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873" y="1443414"/>
            <a:ext cx="7097115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3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게임 월드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3</a:t>
            </a:r>
            <a:r>
              <a:rPr lang="ko-KR" altLang="en-US" smtClean="0"/>
              <a:t>차원의 세계를 기반으로 만듦 </a:t>
            </a:r>
            <a:r>
              <a:rPr lang="en-US" altLang="ko-KR" smtClean="0"/>
              <a:t>– Matrix</a:t>
            </a:r>
          </a:p>
          <a:p>
            <a:r>
              <a:rPr lang="en-US" altLang="ko-KR" smtClean="0"/>
              <a:t>x, y, z</a:t>
            </a:r>
            <a:r>
              <a:rPr lang="ko-KR" altLang="en-US" smtClean="0"/>
              <a:t>축에 따라 </a:t>
            </a:r>
            <a:r>
              <a:rPr lang="en-US" altLang="ko-KR" smtClean="0"/>
              <a:t>Digital</a:t>
            </a:r>
            <a:r>
              <a:rPr lang="ko-KR" altLang="en-US" smtClean="0"/>
              <a:t>로 구현하면 </a:t>
            </a:r>
            <a:r>
              <a:rPr lang="en-US" altLang="ko-KR" smtClean="0"/>
              <a:t>Reality</a:t>
            </a:r>
            <a:r>
              <a:rPr lang="ko-KR" altLang="en-US" smtClean="0"/>
              <a:t>가 살지 않는다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TimeLine(</a:t>
            </a:r>
            <a:r>
              <a:rPr lang="ko-KR" altLang="en-US" smtClean="0"/>
              <a:t>시간의 흐름</a:t>
            </a:r>
            <a:r>
              <a:rPr lang="en-US" altLang="ko-KR" smtClean="0"/>
              <a:t>)</a:t>
            </a:r>
            <a:r>
              <a:rPr lang="ko-KR" altLang="en-US" smtClean="0"/>
              <a:t>에 따라</a:t>
            </a:r>
            <a:r>
              <a:rPr lang="en-US" altLang="ko-KR" smtClean="0"/>
              <a:t>,</a:t>
            </a:r>
            <a:r>
              <a:rPr lang="ko-KR" altLang="en-US" smtClean="0"/>
              <a:t> 해의 이동에 따라 부식된 정도를 표현하면 리얼리티가 산다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빛은 매우 중요하다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동서남북도 매우 중요하다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빛을 내는 오브젝트에 따른 빛 표현도 중요하지만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해가 떠서 지는 동서남북이 더 중요하다</a:t>
            </a:r>
            <a:r>
              <a:rPr lang="en-US" altLang="ko-KR" smtClean="0"/>
              <a:t>.</a:t>
            </a:r>
            <a:endParaRPr lang="en-US" altLang="ko-KR"/>
          </a:p>
        </p:txBody>
      </p:sp>
      <p:sp>
        <p:nvSpPr>
          <p:cNvPr id="5" name="정육면체 4"/>
          <p:cNvSpPr/>
          <p:nvPr/>
        </p:nvSpPr>
        <p:spPr>
          <a:xfrm>
            <a:off x="7603957" y="1595982"/>
            <a:ext cx="625642" cy="625642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999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배경 애니메이션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리얼리티를 추구하는 게임들은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해가 뜨고 지는 애니메이션을 구현한다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게임은 사실보다는 </a:t>
            </a:r>
            <a:r>
              <a:rPr lang="en-US" altLang="ko-KR" smtClean="0"/>
              <a:t>‘</a:t>
            </a:r>
            <a:r>
              <a:rPr lang="ko-KR" altLang="en-US" smtClean="0"/>
              <a:t>픽션</a:t>
            </a:r>
            <a:r>
              <a:rPr lang="en-US" altLang="ko-KR" smtClean="0"/>
              <a:t>’</a:t>
            </a:r>
          </a:p>
          <a:p>
            <a:r>
              <a:rPr lang="en-US" altLang="ko-KR" smtClean="0"/>
              <a:t>‘</a:t>
            </a:r>
            <a:r>
              <a:rPr lang="ko-KR" altLang="en-US" smtClean="0"/>
              <a:t>사건 발생 시점</a:t>
            </a:r>
            <a:r>
              <a:rPr lang="en-US" altLang="ko-KR" smtClean="0"/>
              <a:t>’</a:t>
            </a:r>
            <a:r>
              <a:rPr lang="ko-KR" altLang="en-US" smtClean="0"/>
              <a:t>에 대해 표현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772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배경 애니메이션 </a:t>
            </a:r>
            <a:r>
              <a:rPr lang="en-US" altLang="ko-KR" smtClean="0"/>
              <a:t>- </a:t>
            </a:r>
            <a:r>
              <a:rPr lang="ko-KR" altLang="en-US" smtClean="0"/>
              <a:t>환경 요소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smtClean="0"/>
              <a:t>배경</a:t>
            </a:r>
            <a:endParaRPr lang="en-US" altLang="ko-KR" smtClean="0"/>
          </a:p>
          <a:p>
            <a:pPr lvl="1"/>
            <a:r>
              <a:rPr lang="ko-KR" altLang="en-US" smtClean="0"/>
              <a:t>벚꽃</a:t>
            </a:r>
            <a:r>
              <a:rPr lang="en-US" altLang="ko-KR" smtClean="0"/>
              <a:t>, </a:t>
            </a:r>
            <a:r>
              <a:rPr lang="ko-KR" altLang="en-US" smtClean="0"/>
              <a:t>비</a:t>
            </a:r>
            <a:endParaRPr lang="en-US" altLang="ko-KR" smtClean="0"/>
          </a:p>
          <a:p>
            <a:r>
              <a:rPr lang="ko-KR" altLang="en-US" smtClean="0"/>
              <a:t>스카이맵</a:t>
            </a:r>
            <a:endParaRPr lang="en-US" altLang="ko-KR" smtClean="0"/>
          </a:p>
          <a:p>
            <a:pPr lvl="1"/>
            <a:r>
              <a:rPr lang="ko-KR" altLang="en-US" smtClean="0"/>
              <a:t>오로라</a:t>
            </a:r>
            <a:r>
              <a:rPr lang="en-US" altLang="ko-KR" smtClean="0"/>
              <a:t>, </a:t>
            </a:r>
            <a:r>
              <a:rPr lang="ko-KR" altLang="en-US" smtClean="0"/>
              <a:t>별똥별</a:t>
            </a:r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이런 환경 요소를 통해 플레이어들은 여행온 듯 감동을 받는데</a:t>
            </a:r>
            <a:r>
              <a:rPr lang="en-US" altLang="ko-KR" smtClean="0"/>
              <a:t>,</a:t>
            </a:r>
          </a:p>
          <a:p>
            <a:r>
              <a:rPr lang="ko-KR" altLang="en-US" smtClean="0"/>
              <a:t>대부분의 게임들은 </a:t>
            </a:r>
            <a:r>
              <a:rPr lang="en-US" altLang="ko-KR" b="1" smtClean="0"/>
              <a:t>‘</a:t>
            </a:r>
            <a:r>
              <a:rPr lang="ko-KR" altLang="en-US" b="1" smtClean="0"/>
              <a:t>사건 발생 시점</a:t>
            </a:r>
            <a:r>
              <a:rPr lang="en-US" altLang="ko-KR" b="1" smtClean="0"/>
              <a:t>’</a:t>
            </a:r>
            <a:r>
              <a:rPr lang="ko-KR" altLang="en-US" smtClean="0"/>
              <a:t>을 더 중요하게 생각하고 거기에 초점을 맞춰서 만들기 때문에 이런 환경 요소를 신경쓰지 않는 경우가 많다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콘솔 게임은 뭐</a:t>
            </a:r>
            <a:r>
              <a:rPr lang="en-US" altLang="ko-KR" smtClean="0"/>
              <a:t>, </a:t>
            </a:r>
            <a:r>
              <a:rPr lang="ko-KR" altLang="en-US" smtClean="0"/>
              <a:t>그렇다 쳐도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온라인 게임은 대부분 버츄얼 리얼리티이므로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환경 요소를 신경써서 만들자</a:t>
            </a:r>
            <a:r>
              <a:rPr lang="en-US" altLang="ko-KR" smtClean="0"/>
              <a:t>! Daily, Weekly, Monthly </a:t>
            </a:r>
            <a:r>
              <a:rPr lang="ko-KR" altLang="en-US" smtClean="0"/>
              <a:t>등 시간의 흐름도 신경쓰자</a:t>
            </a:r>
            <a:r>
              <a:rPr lang="en-US" altLang="ko-KR" smtClean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716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배경 애니메이션 </a:t>
            </a:r>
            <a:r>
              <a:rPr lang="en-US" altLang="ko-KR" smtClean="0"/>
              <a:t>- </a:t>
            </a:r>
            <a:r>
              <a:rPr lang="ko-KR" altLang="en-US" smtClean="0"/>
              <a:t>환경 요소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이런 건 이펙트 디자이너의 영역이지만</a:t>
            </a:r>
            <a:r>
              <a:rPr lang="en-US" altLang="ko-KR" smtClean="0"/>
              <a:t>, </a:t>
            </a:r>
            <a:r>
              <a:rPr lang="ko-KR" altLang="en-US" smtClean="0"/>
              <a:t>모델러들도 충분히 할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이를 통해 </a:t>
            </a:r>
            <a:r>
              <a:rPr lang="ko-KR" altLang="en-US" b="1" smtClean="0"/>
              <a:t>세월의 흔적</a:t>
            </a:r>
            <a:r>
              <a:rPr lang="ko-KR" altLang="en-US" smtClean="0"/>
              <a:t>을 표현할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인간이 손댄 곳 </a:t>
            </a:r>
            <a:r>
              <a:rPr lang="en-US" altLang="ko-KR" smtClean="0"/>
              <a:t>/ </a:t>
            </a:r>
            <a:r>
              <a:rPr lang="ko-KR" altLang="en-US" smtClean="0"/>
              <a:t>자연적으로 세월의 흔적을 맞은 곳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사계절 </a:t>
            </a:r>
            <a:r>
              <a:rPr lang="en-US" altLang="ko-KR" smtClean="0"/>
              <a:t>(</a:t>
            </a:r>
            <a:r>
              <a:rPr lang="ko-KR" altLang="en-US" smtClean="0"/>
              <a:t>봄 </a:t>
            </a:r>
            <a:r>
              <a:rPr lang="en-US" altLang="ko-KR" smtClean="0"/>
              <a:t>/ </a:t>
            </a:r>
            <a:r>
              <a:rPr lang="ko-KR" altLang="en-US" smtClean="0"/>
              <a:t>여름 </a:t>
            </a:r>
            <a:r>
              <a:rPr lang="en-US" altLang="ko-KR" smtClean="0"/>
              <a:t>/ </a:t>
            </a:r>
            <a:r>
              <a:rPr lang="ko-KR" altLang="en-US" smtClean="0"/>
              <a:t>가을 </a:t>
            </a:r>
            <a:r>
              <a:rPr lang="en-US" altLang="ko-KR" smtClean="0"/>
              <a:t>/ </a:t>
            </a:r>
            <a:r>
              <a:rPr lang="ko-KR" altLang="en-US" smtClean="0"/>
              <a:t>겨울</a:t>
            </a:r>
            <a:r>
              <a:rPr lang="en-US" altLang="ko-KR" smtClean="0"/>
              <a:t>)</a:t>
            </a:r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641224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상호작용 구조물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게임에서 </a:t>
            </a:r>
            <a:r>
              <a:rPr lang="ko-KR" altLang="en-US" b="1" smtClean="0"/>
              <a:t>퍼즐</a:t>
            </a:r>
            <a:r>
              <a:rPr lang="ko-KR" altLang="en-US" smtClean="0"/>
              <a:t>같은 걸 구성할 때</a:t>
            </a:r>
            <a:endParaRPr lang="en-US" altLang="ko-KR" smtClean="0"/>
          </a:p>
          <a:p>
            <a:r>
              <a:rPr lang="ko-KR" altLang="en-US" smtClean="0"/>
              <a:t>배경 애니메이션을 활용해서 만든다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레버</a:t>
            </a:r>
            <a:r>
              <a:rPr lang="en-US" altLang="ko-KR" smtClean="0"/>
              <a:t>(</a:t>
            </a:r>
            <a:r>
              <a:rPr lang="ko-KR" altLang="en-US" smtClean="0"/>
              <a:t>트리거</a:t>
            </a:r>
            <a:r>
              <a:rPr lang="en-US" altLang="ko-KR" smtClean="0"/>
              <a:t>)</a:t>
            </a:r>
            <a:r>
              <a:rPr lang="ko-KR" altLang="en-US" smtClean="0"/>
              <a:t>를 돌리면 물건이 오르락 내리락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예</a:t>
            </a:r>
            <a:r>
              <a:rPr lang="en-US" altLang="ko-KR" smtClean="0"/>
              <a:t>)</a:t>
            </a:r>
            <a:r>
              <a:rPr lang="ko-KR" altLang="en-US" smtClean="0"/>
              <a:t>풍차가 강하게</a:t>
            </a:r>
            <a:r>
              <a:rPr lang="en-US" altLang="ko-KR" smtClean="0"/>
              <a:t>/</a:t>
            </a:r>
            <a:r>
              <a:rPr lang="ko-KR" altLang="en-US" smtClean="0"/>
              <a:t>약하게 도는지 혹은 </a:t>
            </a:r>
            <a:r>
              <a:rPr lang="en-US" altLang="ko-KR" smtClean="0"/>
              <a:t>/</a:t>
            </a:r>
            <a:r>
              <a:rPr lang="ko-KR" altLang="en-US" smtClean="0"/>
              <a:t>정지해있는지 </a:t>
            </a:r>
            <a:r>
              <a:rPr lang="en-US" altLang="ko-KR" smtClean="0"/>
              <a:t>event</a:t>
            </a:r>
            <a:r>
              <a:rPr lang="ko-KR" altLang="en-US" smtClean="0"/>
              <a:t>마다 다르게 표현되는 것</a:t>
            </a:r>
            <a:endParaRPr lang="en-US" altLang="ko-KR" smtClean="0"/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941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548" y="345807"/>
            <a:ext cx="8726904" cy="616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68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게임상에서의 캐릭터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2926" y="1825625"/>
            <a:ext cx="11486148" cy="4351338"/>
          </a:xfrm>
        </p:spPr>
        <p:txBody>
          <a:bodyPr/>
          <a:lstStyle/>
          <a:p>
            <a:r>
              <a:rPr lang="ko-KR" altLang="en-US" smtClean="0"/>
              <a:t>주인공        </a:t>
            </a:r>
            <a:r>
              <a:rPr lang="en-US" altLang="ko-KR" smtClean="0"/>
              <a:t>-          </a:t>
            </a:r>
            <a:r>
              <a:rPr lang="ko-KR" altLang="en-US" smtClean="0"/>
              <a:t>조력자</a:t>
            </a:r>
            <a:r>
              <a:rPr lang="en-US" altLang="ko-KR" smtClean="0"/>
              <a:t>(</a:t>
            </a:r>
            <a:r>
              <a:rPr lang="ko-KR" altLang="en-US" smtClean="0"/>
              <a:t>주인공 입장에서의 선의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악당           </a:t>
            </a:r>
            <a:r>
              <a:rPr lang="en-US" altLang="ko-KR" smtClean="0"/>
              <a:t>-          </a:t>
            </a:r>
            <a:r>
              <a:rPr lang="ko-KR" altLang="en-US" smtClean="0"/>
              <a:t>조력자</a:t>
            </a:r>
            <a:r>
              <a:rPr lang="en-US" altLang="ko-KR" smtClean="0"/>
              <a:t>(</a:t>
            </a:r>
            <a:r>
              <a:rPr lang="ko-KR" altLang="en-US" smtClean="0"/>
              <a:t>주인공 입장에서의 </a:t>
            </a:r>
            <a:r>
              <a:rPr lang="ko-KR" altLang="en-US" smtClean="0"/>
              <a:t>악의</a:t>
            </a:r>
            <a:r>
              <a:rPr lang="en-US" altLang="ko-KR" smtClean="0"/>
              <a:t>) = </a:t>
            </a:r>
            <a:r>
              <a:rPr lang="ko-KR" altLang="en-US" smtClean="0"/>
              <a:t>반동인물</a:t>
            </a:r>
            <a:endParaRPr lang="en-US" altLang="ko-KR" smtClean="0"/>
          </a:p>
          <a:p>
            <a:r>
              <a:rPr lang="ko-KR" altLang="en-US" smtClean="0"/>
              <a:t>주변인물 </a:t>
            </a:r>
            <a:r>
              <a:rPr lang="en-US" altLang="ko-KR" smtClean="0"/>
              <a:t>(</a:t>
            </a:r>
            <a:r>
              <a:rPr lang="ko-KR" altLang="en-US" smtClean="0"/>
              <a:t>선하거나 악한 의도없이 주인공이든 악당이든 돕거나 방해</a:t>
            </a:r>
            <a:r>
              <a:rPr lang="en-US" altLang="ko-KR" smtClean="0"/>
              <a:t>)</a:t>
            </a:r>
          </a:p>
          <a:p>
            <a:endParaRPr lang="en-US" altLang="ko-KR"/>
          </a:p>
          <a:p>
            <a:r>
              <a:rPr lang="en-US" altLang="ko-KR" smtClean="0"/>
              <a:t>PC : </a:t>
            </a:r>
            <a:r>
              <a:rPr lang="ko-KR" altLang="en-US" smtClean="0"/>
              <a:t>조작할 수 있는 캐릭터 </a:t>
            </a:r>
            <a:r>
              <a:rPr lang="en-US" altLang="ko-KR" smtClean="0"/>
              <a:t>/ </a:t>
            </a:r>
            <a:r>
              <a:rPr lang="ko-KR" altLang="en-US" smtClean="0"/>
              <a:t>조작</a:t>
            </a:r>
            <a:r>
              <a:rPr lang="en-US" altLang="ko-KR" smtClean="0"/>
              <a:t>, </a:t>
            </a:r>
            <a:r>
              <a:rPr lang="ko-KR" altLang="en-US" smtClean="0"/>
              <a:t>선택에 대응</a:t>
            </a:r>
            <a:endParaRPr lang="en-US" altLang="ko-KR" smtClean="0"/>
          </a:p>
          <a:p>
            <a:r>
              <a:rPr lang="en-US" altLang="ko-KR" smtClean="0"/>
              <a:t>NPC : </a:t>
            </a:r>
            <a:r>
              <a:rPr lang="ko-KR" altLang="en-US" smtClean="0"/>
              <a:t>조작할 수 없는 캐릭터</a:t>
            </a:r>
            <a:endParaRPr lang="en-US" altLang="ko-KR" smtClean="0"/>
          </a:p>
          <a:p>
            <a:r>
              <a:rPr lang="en-US" altLang="ko-KR" smtClean="0"/>
              <a:t>Monster : </a:t>
            </a:r>
            <a:r>
              <a:rPr lang="ko-KR" altLang="en-US" smtClean="0"/>
              <a:t>난이도가 등장할 수 있음</a:t>
            </a:r>
            <a:endParaRPr lang="en-US" altLang="ko-KR" smtClean="0"/>
          </a:p>
          <a:p>
            <a:r>
              <a:rPr lang="en-US" altLang="ko-KR" smtClean="0"/>
              <a:t>Item : </a:t>
            </a:r>
            <a:r>
              <a:rPr lang="ko-KR" altLang="en-US" smtClean="0"/>
              <a:t>이 존재들이 사용하는 것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640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PC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mtClean="0"/>
              <a:t>컨트롤 가능한 캐릭터</a:t>
            </a:r>
            <a:endParaRPr lang="en-US" altLang="ko-KR" smtClean="0"/>
          </a:p>
          <a:p>
            <a:r>
              <a:rPr lang="ko-KR" altLang="en-US" smtClean="0"/>
              <a:t>게임 기기의 종류에 따라서 조작을 수행하는 장치에 대응함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=&gt; ‘</a:t>
            </a:r>
            <a:r>
              <a:rPr lang="ko-KR" altLang="en-US" smtClean="0"/>
              <a:t>손맛</a:t>
            </a:r>
            <a:r>
              <a:rPr lang="en-US" altLang="ko-KR" smtClean="0"/>
              <a:t>’</a:t>
            </a:r>
            <a:r>
              <a:rPr lang="ko-KR" altLang="en-US" smtClean="0"/>
              <a:t>에 차이를 줄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플레이어가 </a:t>
            </a:r>
            <a:r>
              <a:rPr lang="en-US" altLang="ko-KR" smtClean="0"/>
              <a:t>PC</a:t>
            </a:r>
            <a:r>
              <a:rPr lang="ko-KR" altLang="en-US" smtClean="0"/>
              <a:t>에게 명령을 해야 움직인다</a:t>
            </a:r>
            <a:r>
              <a:rPr lang="en-US" altLang="ko-KR" smtClean="0"/>
              <a:t>. =&gt; </a:t>
            </a:r>
            <a:r>
              <a:rPr lang="ko-KR" altLang="en-US" smtClean="0"/>
              <a:t>기능적 영역</a:t>
            </a:r>
            <a:endParaRPr lang="en-US" altLang="ko-KR" smtClean="0"/>
          </a:p>
          <a:p>
            <a:r>
              <a:rPr lang="ko-KR" altLang="en-US" smtClean="0"/>
              <a:t>명령하지 않아도 움직이는 것 </a:t>
            </a:r>
            <a:r>
              <a:rPr lang="en-US" altLang="ko-KR" smtClean="0"/>
              <a:t>=&gt; </a:t>
            </a:r>
            <a:r>
              <a:rPr lang="ko-KR" altLang="en-US" smtClean="0"/>
              <a:t>연출</a:t>
            </a:r>
            <a:r>
              <a:rPr lang="en-US" altLang="ko-KR" smtClean="0"/>
              <a:t>, </a:t>
            </a:r>
            <a:r>
              <a:rPr lang="ko-KR" altLang="en-US" smtClean="0"/>
              <a:t>스토리텔링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캐릭터에게 가장 중요한 것 </a:t>
            </a:r>
            <a:r>
              <a:rPr lang="en-US" altLang="ko-KR" smtClean="0"/>
              <a:t>=&gt; </a:t>
            </a:r>
            <a:r>
              <a:rPr lang="ko-KR" altLang="en-US" smtClean="0"/>
              <a:t>살아 움직이는 존재라는 것</a:t>
            </a:r>
            <a:endParaRPr lang="en-US" altLang="ko-KR" smtClean="0"/>
          </a:p>
          <a:p>
            <a:r>
              <a:rPr lang="ko-KR" altLang="en-US" smtClean="0"/>
              <a:t>따라서 캐릭터</a:t>
            </a:r>
            <a:r>
              <a:rPr lang="en-US" altLang="ko-KR" smtClean="0"/>
              <a:t>, </a:t>
            </a:r>
            <a:r>
              <a:rPr lang="ko-KR" altLang="en-US" smtClean="0"/>
              <a:t>몬스터</a:t>
            </a:r>
            <a:r>
              <a:rPr lang="en-US" altLang="ko-KR" smtClean="0"/>
              <a:t>, </a:t>
            </a:r>
            <a:r>
              <a:rPr lang="ko-KR" altLang="en-US" smtClean="0"/>
              <a:t>크리쳐 등을 그릴 때</a:t>
            </a:r>
            <a:r>
              <a:rPr lang="en-US" altLang="ko-KR" smtClean="0"/>
              <a:t>, </a:t>
            </a:r>
            <a:r>
              <a:rPr lang="ko-KR" altLang="en-US" smtClean="0"/>
              <a:t>기계도 마찬가지</a:t>
            </a:r>
            <a:r>
              <a:rPr lang="en-US" altLang="ko-KR" smtClean="0"/>
              <a:t>. </a:t>
            </a:r>
            <a:r>
              <a:rPr lang="ko-KR" altLang="en-US" smtClean="0"/>
              <a:t>움직이는 존재임을 인지하고 그려야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키값</a:t>
            </a:r>
            <a:r>
              <a:rPr lang="en-US" altLang="ko-KR" smtClean="0"/>
              <a:t>(</a:t>
            </a:r>
            <a:r>
              <a:rPr lang="ko-KR" altLang="en-US" smtClean="0"/>
              <a:t>명령 항목</a:t>
            </a:r>
            <a:r>
              <a:rPr lang="en-US" altLang="ko-KR" smtClean="0"/>
              <a:t>)</a:t>
            </a:r>
            <a:r>
              <a:rPr lang="ko-KR" altLang="en-US" smtClean="0"/>
              <a:t>에 대응하는 동작을 구성해야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189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4" y="794084"/>
            <a:ext cx="11776712" cy="526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438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애니메이션 로직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Combo </a:t>
            </a:r>
            <a:r>
              <a:rPr lang="ko-KR" altLang="en-US" smtClean="0"/>
              <a:t>동작 </a:t>
            </a:r>
            <a:r>
              <a:rPr lang="en-US" altLang="ko-KR" smtClean="0"/>
              <a:t>=&gt; Combo Logic (A-B-C-K)</a:t>
            </a:r>
          </a:p>
          <a:p>
            <a:r>
              <a:rPr lang="en-US" altLang="ko-KR" smtClean="0"/>
              <a:t>A</a:t>
            </a:r>
            <a:r>
              <a:rPr lang="ko-KR" altLang="en-US" smtClean="0"/>
              <a:t>키 </a:t>
            </a:r>
            <a:r>
              <a:rPr lang="en-US" altLang="ko-KR" smtClean="0"/>
              <a:t>=&gt;A</a:t>
            </a:r>
            <a:r>
              <a:rPr lang="ko-KR" altLang="en-US" smtClean="0"/>
              <a:t>키에 대응하는 애니를 제작하면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377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몬스터의 애니메이션 로직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mtClean="0"/>
              <a:t>몬스터의 삶을 넣어줘야 한다</a:t>
            </a:r>
            <a:r>
              <a:rPr lang="en-US" altLang="ko-KR" smtClean="0"/>
              <a:t>. (Monster Life cycle)</a:t>
            </a:r>
          </a:p>
          <a:p>
            <a:endParaRPr lang="en-US" altLang="ko-KR" smtClean="0"/>
          </a:p>
          <a:p>
            <a:pPr marL="0" indent="0">
              <a:buNone/>
            </a:pPr>
            <a:r>
              <a:rPr lang="en-US" altLang="ko-KR" smtClean="0"/>
              <a:t>(1) [</a:t>
            </a:r>
            <a:r>
              <a:rPr lang="ko-KR" altLang="en-US" smtClean="0"/>
              <a:t>등장</a:t>
            </a:r>
            <a:r>
              <a:rPr lang="en-US" altLang="ko-KR" smtClean="0"/>
              <a:t>(</a:t>
            </a:r>
            <a:r>
              <a:rPr lang="ko-KR" altLang="en-US" smtClean="0"/>
              <a:t>생성</a:t>
            </a:r>
            <a:r>
              <a:rPr lang="en-US" altLang="ko-KR" smtClean="0"/>
              <a:t>) =&gt; </a:t>
            </a:r>
            <a:r>
              <a:rPr lang="ko-KR" altLang="en-US" smtClean="0"/>
              <a:t>탄생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보스 몬스터는 컷신으로 멋있게 등장하기도 한다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pPr marL="0" indent="0">
              <a:buNone/>
            </a:pPr>
            <a:r>
              <a:rPr lang="en-US" altLang="ko-KR" smtClean="0"/>
              <a:t>(2) [</a:t>
            </a:r>
            <a:r>
              <a:rPr lang="ko-KR" altLang="en-US" smtClean="0"/>
              <a:t>대기</a:t>
            </a:r>
            <a:r>
              <a:rPr lang="en-US" altLang="ko-KR" smtClean="0"/>
              <a:t>(</a:t>
            </a:r>
            <a:r>
              <a:rPr lang="ko-KR" altLang="en-US" smtClean="0"/>
              <a:t>전투 상태 </a:t>
            </a:r>
            <a:r>
              <a:rPr lang="en-US" altLang="ko-KR" smtClean="0"/>
              <a:t>x)]</a:t>
            </a:r>
          </a:p>
          <a:p>
            <a:r>
              <a:rPr lang="ko-KR" altLang="en-US" smtClean="0"/>
              <a:t>이동할 지 안 할 지를 정해준다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이동한다면 </a:t>
            </a:r>
            <a:r>
              <a:rPr lang="en-US" altLang="ko-KR" smtClean="0"/>
              <a:t>pathline(</a:t>
            </a:r>
            <a:r>
              <a:rPr lang="ko-KR" altLang="en-US" smtClean="0"/>
              <a:t>이동 경로</a:t>
            </a:r>
            <a:r>
              <a:rPr lang="en-US" altLang="ko-KR" smtClean="0"/>
              <a:t>)</a:t>
            </a:r>
            <a:r>
              <a:rPr lang="ko-KR" altLang="en-US" smtClean="0"/>
              <a:t>를 설정해야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전투 시작이 언제인 지를 확인하기 위해서 적을 탐색한다</a:t>
            </a:r>
            <a:r>
              <a:rPr lang="en-US" altLang="ko-KR" smtClean="0"/>
              <a:t>.</a:t>
            </a:r>
            <a:endParaRPr lang="ko-KR" altLang="en-US" smtClean="0"/>
          </a:p>
          <a:p>
            <a:r>
              <a:rPr lang="ko-KR" altLang="en-US" smtClean="0"/>
              <a:t>그래서 대기 상태의 애니메이션으로 </a:t>
            </a:r>
            <a:r>
              <a:rPr lang="en-US" altLang="ko-KR" smtClean="0"/>
              <a:t>‘</a:t>
            </a:r>
            <a:r>
              <a:rPr lang="ko-KR" altLang="en-US" smtClean="0"/>
              <a:t>두리번</a:t>
            </a:r>
            <a:r>
              <a:rPr lang="en-US" altLang="ko-KR" smtClean="0"/>
              <a:t>＇</a:t>
            </a:r>
            <a:r>
              <a:rPr lang="ko-KR" altLang="en-US" smtClean="0"/>
              <a:t>거리는 모션을 많이 넣는다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415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몬스터의 애니메이션 로직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(3) [</a:t>
            </a:r>
            <a:r>
              <a:rPr lang="ko-KR" altLang="en-US" smtClean="0"/>
              <a:t>전투 이벤트가 성립됐을 때 </a:t>
            </a:r>
            <a:r>
              <a:rPr lang="en-US" altLang="ko-KR" smtClean="0"/>
              <a:t>=&gt; </a:t>
            </a:r>
            <a:r>
              <a:rPr lang="ko-KR" altLang="en-US" smtClean="0"/>
              <a:t>조건이 맞을 때</a:t>
            </a:r>
            <a:r>
              <a:rPr lang="en-US" altLang="ko-KR" smtClean="0"/>
              <a:t>]</a:t>
            </a:r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이동의 영역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타격의 영역</a:t>
            </a:r>
            <a:endParaRPr lang="en-US" altLang="ko-KR" smtClean="0"/>
          </a:p>
          <a:p>
            <a:pPr lvl="1"/>
            <a:r>
              <a:rPr lang="ko-KR" altLang="en-US" smtClean="0"/>
              <a:t>일반 공격</a:t>
            </a:r>
            <a:endParaRPr lang="en-US" altLang="ko-KR" smtClean="0"/>
          </a:p>
          <a:p>
            <a:pPr lvl="1"/>
            <a:r>
              <a:rPr lang="ko-KR" altLang="en-US" smtClean="0"/>
              <a:t>스킬 공격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피격의 영역</a:t>
            </a:r>
            <a:endParaRPr lang="en-US" altLang="ko-KR" smtClean="0"/>
          </a:p>
          <a:p>
            <a:r>
              <a:rPr lang="ko-KR" altLang="en-US" smtClean="0"/>
              <a:t>이 </a:t>
            </a:r>
            <a:r>
              <a:rPr lang="en-US" altLang="ko-KR" smtClean="0"/>
              <a:t>3</a:t>
            </a:r>
            <a:r>
              <a:rPr lang="ko-KR" altLang="en-US" smtClean="0"/>
              <a:t>가지 영역은 서로 이어진다</a:t>
            </a:r>
            <a:r>
              <a:rPr lang="en-US" altLang="ko-KR" smtClean="0"/>
              <a:t>. </a:t>
            </a:r>
          </a:p>
          <a:p>
            <a:r>
              <a:rPr lang="ko-KR" altLang="en-US" smtClean="0"/>
              <a:t>타격과 피격은 거의 동시에 일어남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536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몬스터의 애니메이션 로직</a:t>
            </a:r>
            <a:r>
              <a:rPr lang="en-US" altLang="ko-KR" smtClean="0"/>
              <a:t>3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smtClean="0"/>
              <a:t>(4) [</a:t>
            </a:r>
            <a:r>
              <a:rPr lang="ko-KR" altLang="en-US" smtClean="0"/>
              <a:t>연출의 영역</a:t>
            </a:r>
            <a:r>
              <a:rPr lang="en-US" altLang="ko-KR" smtClean="0"/>
              <a:t>]</a:t>
            </a:r>
          </a:p>
          <a:p>
            <a:r>
              <a:rPr lang="en-US" altLang="ko-KR" smtClean="0"/>
              <a:t>Phase</a:t>
            </a:r>
            <a:r>
              <a:rPr lang="ko-KR" altLang="en-US" smtClean="0"/>
              <a:t>가 넘어갈 때</a:t>
            </a:r>
            <a:endParaRPr lang="en-US" altLang="ko-KR"/>
          </a:p>
          <a:p>
            <a:r>
              <a:rPr lang="ko-KR" altLang="en-US" smtClean="0"/>
              <a:t>이런 식의 연출을 통해서 유저들은 전투하면서 받은 몰입을 이러한 연출에서의 스토리텔링으로 이어져서</a:t>
            </a:r>
            <a:endParaRPr lang="en-US" altLang="ko-KR" smtClean="0"/>
          </a:p>
          <a:p>
            <a:r>
              <a:rPr lang="ko-KR" altLang="en-US" smtClean="0"/>
              <a:t>유저들이 스토리에 더욱 몰입하게 할 수도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상태 이상 상태</a:t>
            </a:r>
            <a:endParaRPr lang="en-US" altLang="ko-KR" smtClean="0"/>
          </a:p>
          <a:p>
            <a:r>
              <a:rPr lang="ko-KR" altLang="en-US" smtClean="0"/>
              <a:t>타격</a:t>
            </a:r>
            <a:r>
              <a:rPr lang="en-US" altLang="ko-KR" smtClean="0"/>
              <a:t>/</a:t>
            </a:r>
            <a:r>
              <a:rPr lang="ko-KR" altLang="en-US" smtClean="0"/>
              <a:t>피격 중에 상태 변화가 생긴다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이를 통해 플레이어에게 피드백을 줄 수 있다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(</a:t>
            </a:r>
            <a:r>
              <a:rPr lang="ko-KR" altLang="en-US" smtClean="0"/>
              <a:t>플레이를 잘하고 있는지</a:t>
            </a:r>
            <a:r>
              <a:rPr lang="en-US" altLang="ko-KR" smtClean="0"/>
              <a:t>, </a:t>
            </a:r>
            <a:r>
              <a:rPr lang="ko-KR" altLang="en-US" smtClean="0"/>
              <a:t>아닌지</a:t>
            </a:r>
            <a:r>
              <a:rPr lang="en-US" altLang="ko-KR" smtClean="0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7296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980" y="172367"/>
            <a:ext cx="9160040" cy="651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55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224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떠오른 생각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ko-KR" altLang="en-US" smtClean="0"/>
              <a:t>전투</a:t>
            </a:r>
            <a:r>
              <a:rPr lang="en-US" altLang="ko-KR" smtClean="0"/>
              <a:t>/</a:t>
            </a:r>
            <a:r>
              <a:rPr lang="ko-KR" altLang="en-US" smtClean="0"/>
              <a:t>액션 중시 플레이어들은 전투</a:t>
            </a:r>
            <a:r>
              <a:rPr lang="en-US" altLang="ko-KR" smtClean="0"/>
              <a:t>/</a:t>
            </a:r>
            <a:r>
              <a:rPr lang="ko-KR" altLang="en-US" smtClean="0"/>
              <a:t>액션 위주의 스토리로 흘러가게 게임 설계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구경</a:t>
            </a:r>
            <a:r>
              <a:rPr lang="en-US" altLang="ko-KR" smtClean="0"/>
              <a:t>/</a:t>
            </a:r>
            <a:r>
              <a:rPr lang="ko-KR" altLang="en-US" smtClean="0"/>
              <a:t>여행 중시 플레이어들은 주변을 구경하면서 식</a:t>
            </a:r>
            <a:r>
              <a:rPr lang="en-US" altLang="ko-KR" smtClean="0"/>
              <a:t>/</a:t>
            </a:r>
            <a:r>
              <a:rPr lang="ko-KR" altLang="en-US" smtClean="0"/>
              <a:t>동물</a:t>
            </a:r>
            <a:r>
              <a:rPr lang="en-US" altLang="ko-KR" smtClean="0"/>
              <a:t>/</a:t>
            </a:r>
            <a:r>
              <a:rPr lang="ko-KR" altLang="en-US" smtClean="0"/>
              <a:t>물체 등과 상호작용할 때도 경험치 ↑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일반 몬스터도 새로 생성될 때 꽃이 피어나는 등의 애니메이션 주면 좋겠다</a:t>
            </a:r>
            <a:r>
              <a:rPr lang="en-US" altLang="ko-KR" smtClean="0"/>
              <a:t>.</a:t>
            </a:r>
          </a:p>
          <a:p>
            <a:endParaRPr lang="en-US" altLang="ko-KR" sz="1800"/>
          </a:p>
        </p:txBody>
      </p:sp>
    </p:spTree>
    <p:extLst>
      <p:ext uri="{BB962C8B-B14F-4D97-AF65-F5344CB8AC3E}">
        <p14:creationId xmlns:p14="http://schemas.microsoft.com/office/powerpoint/2010/main" val="2848405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떠오른 생각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ko-KR" altLang="en-US" smtClean="0"/>
              <a:t>별자리 북두칠성</a:t>
            </a:r>
            <a:r>
              <a:rPr lang="en-US" altLang="ko-KR" smtClean="0"/>
              <a:t>(?)</a:t>
            </a:r>
            <a:r>
              <a:rPr lang="ko-KR" altLang="en-US" smtClean="0"/>
              <a:t>으로 길을 찾았다는 실제 이야기처럼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게임에서도 별자리를 통해 길을 찾을 수도 있는 포인트를 넣어주면 좋겠어</a:t>
            </a:r>
            <a:r>
              <a:rPr lang="en-US" altLang="ko-KR" smtClean="0"/>
              <a:t>. </a:t>
            </a:r>
            <a:br>
              <a:rPr lang="en-US" altLang="ko-KR" smtClean="0"/>
            </a:b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예를 들면</a:t>
            </a:r>
            <a:r>
              <a:rPr lang="en-US" altLang="ko-KR" smtClean="0"/>
              <a:t>, </a:t>
            </a:r>
            <a:r>
              <a:rPr lang="ko-KR" altLang="en-US" smtClean="0"/>
              <a:t>늘 작은 맵과 월드맵을 통해 길을 찾을 수 있었다가</a:t>
            </a:r>
            <a:r>
              <a:rPr lang="en-US" altLang="ko-KR" smtClean="0"/>
              <a:t>, </a:t>
            </a:r>
            <a:r>
              <a:rPr lang="ko-KR" altLang="en-US" smtClean="0"/>
              <a:t>어떤 퀘스트에서 맵이 다 사라지거나 볼 수 없게 된 거야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그래서 플레이어는 지형지물을 활용해서 길을 찾아나가야 하는데</a:t>
            </a:r>
            <a:r>
              <a:rPr lang="en-US" altLang="ko-KR" smtClean="0"/>
              <a:t>, </a:t>
            </a:r>
            <a:r>
              <a:rPr lang="ko-KR" altLang="en-US" smtClean="0"/>
              <a:t>별자리나 동굴</a:t>
            </a:r>
            <a:r>
              <a:rPr lang="en-US" altLang="ko-KR" smtClean="0"/>
              <a:t>, </a:t>
            </a:r>
            <a:r>
              <a:rPr lang="ko-KR" altLang="en-US" smtClean="0"/>
              <a:t>폭포</a:t>
            </a:r>
            <a:r>
              <a:rPr lang="en-US" altLang="ko-KR" smtClean="0"/>
              <a:t>, </a:t>
            </a:r>
            <a:r>
              <a:rPr lang="ko-KR" altLang="en-US" smtClean="0"/>
              <a:t>거대하거나 독특한 형태의 나무 등을 통해 길을 찾아나가는 요소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ko-KR" altLang="en-US" smtClean="0"/>
              <a:t>이런 요소도 넣어보면 너무 좋겠다</a:t>
            </a:r>
            <a:r>
              <a:rPr lang="en-US" altLang="ko-KR" smtClean="0"/>
              <a:t>. </a:t>
            </a:r>
            <a:r>
              <a:rPr lang="ko-KR" altLang="en-US" smtClean="0"/>
              <a:t>언젠갆ㅎㅎ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981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떠오른 생각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68960" y="1825624"/>
            <a:ext cx="11054080" cy="5032375"/>
          </a:xfrm>
        </p:spPr>
        <p:txBody>
          <a:bodyPr>
            <a:noAutofit/>
          </a:bodyPr>
          <a:lstStyle/>
          <a:p>
            <a:r>
              <a:rPr lang="ko-KR" altLang="en-US" smtClean="0"/>
              <a:t>실제로 모바일 게임들을 보면 보스가 강력한 스킬을 사용하는 걸 스토리로 보여줄 때가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 때 플레이어에게 버튼을 누르게 하는 등 쉬운 조작을 추가하는 경우가 있는데</a:t>
            </a:r>
            <a:endParaRPr lang="en-US" altLang="ko-KR"/>
          </a:p>
          <a:p>
            <a:r>
              <a:rPr lang="ko-KR" altLang="en-US" smtClean="0"/>
              <a:t>대부분 플레이어가 조작할 때까지 무한정 기다려주는 경향이 있어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그런 연출을 할 때</a:t>
            </a:r>
            <a:r>
              <a:rPr lang="en-US" altLang="ko-KR" smtClean="0"/>
              <a:t>, </a:t>
            </a:r>
            <a:r>
              <a:rPr lang="ko-KR" altLang="en-US" smtClean="0"/>
              <a:t>일정 시간 조작하지 않으면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(</a:t>
            </a:r>
            <a:r>
              <a:rPr lang="ko-KR" altLang="en-US" smtClean="0"/>
              <a:t>실제로 플레이어에게 공격이 점점 다가가는 애니메이션도 넣고</a:t>
            </a:r>
            <a:r>
              <a:rPr lang="en-US" altLang="ko-KR" smtClean="0"/>
              <a:t>)</a:t>
            </a:r>
            <a:endParaRPr lang="en-US" altLang="ko-KR"/>
          </a:p>
          <a:p>
            <a:r>
              <a:rPr lang="ko-KR" altLang="en-US" smtClean="0"/>
              <a:t>플레이어가 즉사하는 결과를 보여줘보자</a:t>
            </a:r>
            <a:r>
              <a:rPr lang="en-US" altLang="ko-KR" smtClean="0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23002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떠오른 생각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68960" y="1825624"/>
            <a:ext cx="11054080" cy="5032375"/>
          </a:xfrm>
        </p:spPr>
        <p:txBody>
          <a:bodyPr>
            <a:noAutofit/>
          </a:bodyPr>
          <a:lstStyle/>
          <a:p>
            <a:r>
              <a:rPr lang="ko-KR" altLang="en-US" smtClean="0"/>
              <a:t>보스나 몬스터 연출</a:t>
            </a:r>
            <a:endParaRPr lang="en-US" altLang="ko-KR" smtClean="0"/>
          </a:p>
          <a:p>
            <a:r>
              <a:rPr lang="ko-KR" altLang="en-US" smtClean="0"/>
              <a:t>보스가 등장하자마자 주인공에게 어깨빵</a:t>
            </a:r>
            <a:endParaRPr lang="en-US" altLang="ko-KR" smtClean="0"/>
          </a:p>
          <a:p>
            <a:r>
              <a:rPr lang="ko-KR" altLang="en-US" smtClean="0"/>
              <a:t>몬스터들이 한꺼번에 주인공에게 달려들어서 주인공을 뒤덮는 모습</a:t>
            </a:r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237395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떠오른 생각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68960" y="1825624"/>
            <a:ext cx="11054080" cy="5032375"/>
          </a:xfrm>
        </p:spPr>
        <p:txBody>
          <a:bodyPr>
            <a:noAutofit/>
          </a:bodyPr>
          <a:lstStyle/>
          <a:p>
            <a:r>
              <a:rPr lang="ko-KR" altLang="en-US" sz="2200" smtClean="0"/>
              <a:t>보스 몬스터의 스킬</a:t>
            </a:r>
            <a:endParaRPr lang="en-US" altLang="ko-KR" sz="2200" smtClean="0"/>
          </a:p>
          <a:p>
            <a:r>
              <a:rPr lang="ko-KR" altLang="en-US" sz="2200" smtClean="0"/>
              <a:t>주변 사람들</a:t>
            </a:r>
            <a:r>
              <a:rPr lang="en-US" altLang="ko-KR" sz="2200" smtClean="0"/>
              <a:t>(NPC)</a:t>
            </a:r>
            <a:r>
              <a:rPr lang="ko-KR" altLang="en-US" sz="2200" smtClean="0"/>
              <a:t>의 선의를 즉시 </a:t>
            </a:r>
            <a:r>
              <a:rPr lang="en-US" altLang="ko-KR" sz="2200" smtClean="0"/>
              <a:t>0 </a:t>
            </a:r>
            <a:r>
              <a:rPr lang="ko-KR" altLang="en-US" sz="2200" smtClean="0"/>
              <a:t>이하로 떨어뜨려서 바로 변이하게 만드는 스킬</a:t>
            </a:r>
            <a:endParaRPr lang="en-US" altLang="ko-KR" sz="2200" smtClean="0"/>
          </a:p>
          <a:p>
            <a:r>
              <a:rPr lang="ko-KR" altLang="en-US" sz="2200" smtClean="0"/>
              <a:t>균열을 통해 변이한 것이 아니므로</a:t>
            </a:r>
            <a:r>
              <a:rPr lang="en-US" altLang="ko-KR" sz="2200" smtClean="0"/>
              <a:t>, </a:t>
            </a:r>
            <a:r>
              <a:rPr lang="ko-KR" altLang="en-US" sz="2200" smtClean="0"/>
              <a:t>주인공이 선의를 사용하여 다시 사람으로 돌려놓을 수 있음</a:t>
            </a:r>
            <a:endParaRPr lang="en-US" altLang="ko-KR" sz="2200" smtClean="0"/>
          </a:p>
          <a:p>
            <a:r>
              <a:rPr lang="ko-KR" altLang="en-US" sz="2200" smtClean="0"/>
              <a:t>스킬을 통해 변이한 사람들을 다시 사람으로 돌려놓기 위해서는 시간이 필요</a:t>
            </a:r>
            <a:r>
              <a:rPr lang="en-US" altLang="ko-KR" sz="2200" smtClean="0"/>
              <a:t>(3~5</a:t>
            </a:r>
            <a:r>
              <a:rPr lang="ko-KR" altLang="en-US" sz="2200" smtClean="0"/>
              <a:t>초</a:t>
            </a:r>
            <a:r>
              <a:rPr lang="en-US" altLang="ko-KR" sz="2200" smtClean="0"/>
              <a:t>)</a:t>
            </a:r>
          </a:p>
          <a:p>
            <a:r>
              <a:rPr lang="ko-KR" altLang="en-US" sz="2200" smtClean="0"/>
              <a:t>변이 스킬 사용 후 보스 몬스터 잠시 대기 상태</a:t>
            </a:r>
            <a:r>
              <a:rPr lang="en-US" altLang="ko-KR" sz="2200" smtClean="0"/>
              <a:t>(</a:t>
            </a:r>
            <a:r>
              <a:rPr lang="ko-KR" altLang="en-US" sz="2200" smtClean="0"/>
              <a:t>힘 회복</a:t>
            </a:r>
            <a:r>
              <a:rPr lang="en-US" altLang="ko-KR" sz="2200" smtClean="0"/>
              <a:t>)</a:t>
            </a:r>
          </a:p>
          <a:p>
            <a:r>
              <a:rPr lang="ko-KR" altLang="en-US" sz="2200" smtClean="0"/>
              <a:t>변이한 사람들이 플레이어를 공격하는 동시에 플레이어는 변이한 사람들을 구출해야 함</a:t>
            </a:r>
            <a:r>
              <a:rPr lang="en-US" altLang="ko-KR" sz="2200" smtClean="0"/>
              <a:t>.</a:t>
            </a:r>
          </a:p>
          <a:p>
            <a:r>
              <a:rPr lang="ko-KR" altLang="en-US" sz="2200" smtClean="0"/>
              <a:t>이 알고리즘을 어떻게 구현하고 연출할 지는 조금 더 생각해야 함</a:t>
            </a:r>
            <a:r>
              <a:rPr lang="en-US" altLang="ko-KR" sz="2200" smtClean="0"/>
              <a:t>.</a:t>
            </a:r>
          </a:p>
          <a:p>
            <a:r>
              <a:rPr lang="ko-KR" altLang="en-US" sz="2200" smtClean="0"/>
              <a:t>변이한 사람들의 공격과 플레이어의 구출을 어떻게 명확하게 구분해서 표현해야 할까</a:t>
            </a:r>
            <a:r>
              <a:rPr lang="en-US" altLang="ko-KR" sz="220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17923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떠오른 생각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68960" y="1825624"/>
            <a:ext cx="11054080" cy="5032375"/>
          </a:xfrm>
        </p:spPr>
        <p:txBody>
          <a:bodyPr>
            <a:noAutofit/>
          </a:bodyPr>
          <a:lstStyle/>
          <a:p>
            <a:r>
              <a:rPr lang="ko-KR" altLang="en-US" sz="2200" smtClean="0"/>
              <a:t>보스 몬스터의 스킬</a:t>
            </a:r>
            <a:endParaRPr lang="en-US" altLang="ko-KR" sz="2200" smtClean="0"/>
          </a:p>
          <a:p>
            <a:r>
              <a:rPr lang="ko-KR" altLang="en-US" sz="2200" smtClean="0"/>
              <a:t>보스 몬스터가 어떠한 모션을 취하지만</a:t>
            </a:r>
            <a:r>
              <a:rPr lang="en-US" altLang="ko-KR" sz="2200" smtClean="0"/>
              <a:t>(</a:t>
            </a:r>
            <a:r>
              <a:rPr lang="ko-KR" altLang="en-US" sz="2200" smtClean="0"/>
              <a:t>쓰러지는 모션</a:t>
            </a:r>
            <a:r>
              <a:rPr lang="en-US" altLang="ko-KR" sz="2200" smtClean="0"/>
              <a:t>), </a:t>
            </a:r>
            <a:r>
              <a:rPr lang="ko-KR" altLang="en-US" sz="2200" smtClean="0"/>
              <a:t>잠시 동안은 아무 일도 일어나지 않는다</a:t>
            </a:r>
            <a:r>
              <a:rPr lang="en-US" altLang="ko-KR" sz="2200" smtClean="0"/>
              <a:t>.</a:t>
            </a:r>
          </a:p>
          <a:p>
            <a:r>
              <a:rPr lang="ko-KR" altLang="en-US" sz="2200" smtClean="0"/>
              <a:t>플레이어는 갑자기 쓰러지는 모션을 취하는 몬스터에 어리둥절</a:t>
            </a:r>
            <a:r>
              <a:rPr lang="en-US" altLang="ko-KR" sz="2200"/>
              <a:t/>
            </a:r>
            <a:br>
              <a:rPr lang="en-US" altLang="ko-KR" sz="2200"/>
            </a:br>
            <a:r>
              <a:rPr lang="en-US" altLang="ko-KR" sz="2200" smtClean="0"/>
              <a:t>‘</a:t>
            </a:r>
            <a:r>
              <a:rPr lang="ko-KR" altLang="en-US" sz="2200" smtClean="0"/>
              <a:t>피도 다 안 깎였는데 쓰러져</a:t>
            </a:r>
            <a:r>
              <a:rPr lang="en-US" altLang="ko-KR" sz="2200" smtClean="0"/>
              <a:t>?’</a:t>
            </a:r>
          </a:p>
          <a:p>
            <a:r>
              <a:rPr lang="ko-KR" altLang="en-US" sz="2200" smtClean="0"/>
              <a:t>잠시 후 변이한 사람들이 몰려오는 애니메이션</a:t>
            </a:r>
            <a:endParaRPr lang="en-US" altLang="ko-KR" sz="2200" smtClean="0"/>
          </a:p>
          <a:p>
            <a:r>
              <a:rPr lang="en-US" altLang="ko-KR" sz="2200" smtClean="0"/>
              <a:t>&lt;</a:t>
            </a:r>
            <a:r>
              <a:rPr lang="ko-KR" altLang="en-US" sz="2200" smtClean="0"/>
              <a:t>원펀맨</a:t>
            </a:r>
            <a:r>
              <a:rPr lang="en-US" altLang="ko-KR" sz="2200" smtClean="0"/>
              <a:t>&gt;</a:t>
            </a:r>
            <a:r>
              <a:rPr lang="ko-KR" altLang="en-US" sz="2200" smtClean="0"/>
              <a:t>에서 모스키토가 주변 모기들을 모두 불러모으는 느낌</a:t>
            </a:r>
            <a:endParaRPr lang="en-US" altLang="ko-KR" sz="2200" smtClean="0"/>
          </a:p>
          <a:p>
            <a:r>
              <a:rPr lang="ko-KR" altLang="en-US" sz="2200" smtClean="0"/>
              <a:t>불러모으는 동안은 무슨 일이 일어나는 지 모르지만</a:t>
            </a:r>
            <a:r>
              <a:rPr lang="en-US" altLang="ko-KR" sz="2200" smtClean="0"/>
              <a:t/>
            </a:r>
            <a:br>
              <a:rPr lang="en-US" altLang="ko-KR" sz="2200" smtClean="0"/>
            </a:br>
            <a:r>
              <a:rPr lang="ko-KR" altLang="en-US" sz="2200" smtClean="0"/>
              <a:t>갑자기 모기떼가 몰려오면 그제서야 상황 판단 가능</a:t>
            </a:r>
            <a:endParaRPr lang="en-US" altLang="ko-KR" sz="2200" smtClean="0"/>
          </a:p>
          <a:p>
            <a:endParaRPr lang="en-US" altLang="ko-KR" sz="2200" smtClean="0"/>
          </a:p>
          <a:p>
            <a:r>
              <a:rPr lang="ko-KR" altLang="en-US" sz="2200" smtClean="0"/>
              <a:t>몰려온 변이한 사람들이 모두 보스와 합체되는 연출은</a:t>
            </a:r>
            <a:r>
              <a:rPr lang="en-US" altLang="ko-KR" sz="2200" smtClean="0"/>
              <a:t> </a:t>
            </a:r>
            <a:r>
              <a:rPr lang="ko-KR" altLang="en-US" sz="2200" smtClean="0"/>
              <a:t>일정 시간이 지나면 다시 계속 사용 가능한 스킬보다는</a:t>
            </a:r>
            <a:r>
              <a:rPr lang="en-US" altLang="ko-KR" sz="2200" smtClean="0"/>
              <a:t>, </a:t>
            </a:r>
            <a:r>
              <a:rPr lang="ko-KR" altLang="en-US" sz="2200" smtClean="0"/>
              <a:t>페이즈 전환용으로 쓰면 좋을 것 같다</a:t>
            </a:r>
            <a:r>
              <a:rPr lang="en-US" altLang="ko-KR" sz="220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2005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261" y="213361"/>
            <a:ext cx="4936147" cy="530352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549" y="5351673"/>
            <a:ext cx="4267925" cy="150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03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3520" y="264160"/>
            <a:ext cx="2418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보스 애니메이션 로직</a:t>
            </a: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57200" y="934720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생성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375105" y="3323908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페이즈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연출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61010" y="3437255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기본 공격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301239" y="934720"/>
            <a:ext cx="1727835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선제 스킬 연출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en-US" altLang="ko-KR" smtClean="0">
                <a:solidFill>
                  <a:schemeClr val="tx1"/>
                </a:solidFill>
              </a:rPr>
              <a:t>(Opening Skill)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79796" y="3437255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스킬 공격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065972" y="4146510"/>
            <a:ext cx="1477328" cy="22219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스킬 공격</a:t>
            </a:r>
            <a:r>
              <a:rPr lang="en-US" altLang="ko-KR" smtClean="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스킬 공격</a:t>
            </a:r>
            <a:r>
              <a:rPr lang="en-US" altLang="ko-KR" smtClean="0">
                <a:solidFill>
                  <a:schemeClr val="tx1"/>
                </a:solidFill>
              </a:rPr>
              <a:t>2</a:t>
            </a:r>
          </a:p>
          <a:p>
            <a:pPr algn="ctr"/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스킬 공격</a:t>
            </a:r>
            <a:r>
              <a:rPr lang="en-US" altLang="ko-KR" smtClean="0">
                <a:solidFill>
                  <a:schemeClr val="tx1"/>
                </a:solidFill>
              </a:rPr>
              <a:t>3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540316" y="1617027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내려찍기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623433" y="934720"/>
            <a:ext cx="1426846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비전투 상태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712016" y="1617265"/>
            <a:ext cx="1249680" cy="22219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게걸음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en-US" altLang="ko-KR" smtClean="0">
                <a:solidFill>
                  <a:schemeClr val="tx1"/>
                </a:solidFill>
              </a:rPr>
              <a:t>(</a:t>
            </a:r>
            <a:r>
              <a:rPr lang="ko-KR" altLang="en-US" smtClean="0">
                <a:solidFill>
                  <a:schemeClr val="tx1"/>
                </a:solidFill>
              </a:rPr>
              <a:t>이동</a:t>
            </a:r>
            <a:r>
              <a:rPr lang="en-US" altLang="ko-KR" smtClean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응시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en-US" altLang="ko-KR" smtClean="0">
                <a:solidFill>
                  <a:schemeClr val="tx1"/>
                </a:solidFill>
              </a:rPr>
              <a:t>(</a:t>
            </a:r>
            <a:r>
              <a:rPr lang="ko-KR" altLang="en-US" smtClean="0">
                <a:solidFill>
                  <a:schemeClr val="tx1"/>
                </a:solidFill>
              </a:rPr>
              <a:t>대기</a:t>
            </a:r>
            <a:r>
              <a:rPr lang="en-US" altLang="ko-KR" smtClean="0">
                <a:solidFill>
                  <a:schemeClr val="tx1"/>
                </a:solidFill>
              </a:rPr>
              <a:t>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467474" y="934720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플레이어 공격 입력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467474" y="1617027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전투 상태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396615" y="215146"/>
            <a:ext cx="274701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전투 개시 조건</a:t>
            </a:r>
            <a:r>
              <a:rPr lang="en-US" altLang="ko-KR" smtClean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플레이어의 첫 공격 입력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0375105" y="4006215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합체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8718233" y="3437255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연출 동작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8718233" y="4159962"/>
            <a:ext cx="1249680" cy="22188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쓰러짐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endParaRPr lang="en-US" altLang="ko-KR" smtClean="0">
              <a:solidFill>
                <a:schemeClr val="tx1"/>
              </a:solidFill>
            </a:endParaRPr>
          </a:p>
          <a:p>
            <a:pPr algn="ctr"/>
            <a:endParaRPr lang="en-US" altLang="ko-KR">
              <a:solidFill>
                <a:schemeClr val="tx1"/>
              </a:solidFill>
            </a:endParaRPr>
          </a:p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898582" y="3437255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상태 이상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789996" y="4161591"/>
            <a:ext cx="1477328" cy="22219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엉덩방아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en-US" altLang="ko-KR" smtClean="0">
                <a:solidFill>
                  <a:schemeClr val="tx1"/>
                </a:solidFill>
              </a:rPr>
              <a:t>(</a:t>
            </a:r>
            <a:r>
              <a:rPr lang="ko-KR" altLang="en-US" smtClean="0">
                <a:solidFill>
                  <a:schemeClr val="tx1"/>
                </a:solidFill>
              </a:rPr>
              <a:t>스턴</a:t>
            </a:r>
            <a:r>
              <a:rPr lang="en-US" altLang="ko-KR" smtClean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헤롱헤롱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en-US" altLang="ko-KR" smtClean="0">
                <a:solidFill>
                  <a:schemeClr val="tx1"/>
                </a:solidFill>
              </a:rPr>
              <a:t>(</a:t>
            </a:r>
            <a:r>
              <a:rPr lang="ko-KR" altLang="en-US" smtClean="0">
                <a:solidFill>
                  <a:schemeClr val="tx1"/>
                </a:solidFill>
              </a:rPr>
              <a:t>이동 제한</a:t>
            </a:r>
            <a:r>
              <a:rPr lang="en-US" altLang="ko-KR" smtClean="0">
                <a:solidFill>
                  <a:schemeClr val="tx1"/>
                </a:solidFill>
              </a:rPr>
              <a:t>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41948" y="4146509"/>
            <a:ext cx="1477328" cy="22219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기본 공격</a:t>
            </a:r>
            <a:r>
              <a:rPr lang="en-US" altLang="ko-KR" smtClean="0">
                <a:solidFill>
                  <a:schemeClr val="tx1"/>
                </a:solidFill>
              </a:rPr>
              <a:t>1</a:t>
            </a:r>
          </a:p>
          <a:p>
            <a:pPr algn="ctr"/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기본 공격</a:t>
            </a:r>
            <a:r>
              <a:rPr lang="en-US" altLang="ko-KR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901690" y="3437255"/>
            <a:ext cx="1249680" cy="568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특수 조건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666422" y="4156829"/>
            <a:ext cx="1720216" cy="22219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주인공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무방비 상태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en-US" altLang="ko-KR" smtClean="0">
                <a:solidFill>
                  <a:schemeClr val="tx1"/>
                </a:solidFill>
              </a:rPr>
              <a:t>-&gt;</a:t>
            </a: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내려찍기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908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773</Words>
  <Application>Microsoft Office PowerPoint</Application>
  <PresentationFormat>와이드스크린</PresentationFormat>
  <Paragraphs>164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저번 시간 선생님 판서</vt:lpstr>
      <vt:lpstr>게임 월드</vt:lpstr>
      <vt:lpstr>배경 애니메이션</vt:lpstr>
      <vt:lpstr>배경 애니메이션 - 환경 요소</vt:lpstr>
      <vt:lpstr>배경 애니메이션 - 환경 요소</vt:lpstr>
      <vt:lpstr>상호작용 구조물</vt:lpstr>
      <vt:lpstr>PowerPoint 프레젠테이션</vt:lpstr>
      <vt:lpstr>게임상에서의 캐릭터</vt:lpstr>
      <vt:lpstr>PC</vt:lpstr>
      <vt:lpstr>PowerPoint 프레젠테이션</vt:lpstr>
      <vt:lpstr>애니메이션 로직</vt:lpstr>
      <vt:lpstr>몬스터의 애니메이션 로직</vt:lpstr>
      <vt:lpstr>몬스터의 애니메이션 로직</vt:lpstr>
      <vt:lpstr>몬스터의 애니메이션 로직3</vt:lpstr>
      <vt:lpstr>PowerPoint 프레젠테이션</vt:lpstr>
      <vt:lpstr>PowerPoint 프레젠테이션</vt:lpstr>
      <vt:lpstr>떠오른 생각</vt:lpstr>
      <vt:lpstr>떠오른 생각</vt:lpstr>
      <vt:lpstr>떠오른 생각</vt:lpstr>
      <vt:lpstr>떠오른 생각</vt:lpstr>
      <vt:lpstr>떠오른 생각</vt:lpstr>
      <vt:lpstr>떠오른 생각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저번 시간 선생님 판서</dc:title>
  <dc:creator>FullName</dc:creator>
  <cp:lastModifiedBy>FullName</cp:lastModifiedBy>
  <cp:revision>13</cp:revision>
  <dcterms:created xsi:type="dcterms:W3CDTF">2026-04-21T04:51:34Z</dcterms:created>
  <dcterms:modified xsi:type="dcterms:W3CDTF">2026-04-21T06:52:46Z</dcterms:modified>
</cp:coreProperties>
</file>