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42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88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088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80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561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93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55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04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94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287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0AE4F-5D5C-40DF-BA87-80D215ADC5EA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F3AD5-F639-4CCC-959E-13E2E02657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031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KPI</a:t>
            </a:r>
            <a:r>
              <a:rPr lang="ko-KR" altLang="en-US" smtClean="0"/>
              <a:t>와 </a:t>
            </a:r>
            <a:r>
              <a:rPr lang="en-US" altLang="ko-KR" smtClean="0"/>
              <a:t>KBI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b="1" smtClean="0"/>
              <a:t>KPI</a:t>
            </a:r>
          </a:p>
          <a:p>
            <a:r>
              <a:rPr lang="ko-KR" altLang="en-US" smtClean="0"/>
              <a:t>팀 프로젝트에서 팀의 </a:t>
            </a:r>
            <a:r>
              <a:rPr lang="ko-KR" altLang="en-US" b="1" smtClean="0"/>
              <a:t>공동의 목표</a:t>
            </a:r>
            <a:r>
              <a:rPr lang="ko-KR" altLang="en-US" smtClean="0"/>
              <a:t>의 제시와 관리의 지표</a:t>
            </a:r>
            <a:endParaRPr lang="en-US" altLang="ko-KR" smtClean="0"/>
          </a:p>
          <a:p>
            <a:r>
              <a:rPr lang="en-US" altLang="ko-KR" b="1" smtClean="0"/>
              <a:t>KPI </a:t>
            </a:r>
            <a:r>
              <a:rPr lang="ko-KR" altLang="en-US" smtClean="0"/>
              <a:t>지수에 따라서 팀의 개발에 투자받는 금액이 달라진다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b="1" smtClean="0"/>
              <a:t>KBI</a:t>
            </a:r>
          </a:p>
          <a:p>
            <a:r>
              <a:rPr lang="ko-KR" altLang="en-US" smtClean="0"/>
              <a:t>개별</a:t>
            </a:r>
            <a:r>
              <a:rPr lang="en-US" altLang="ko-KR" smtClean="0"/>
              <a:t>(</a:t>
            </a:r>
            <a:r>
              <a:rPr lang="ko-KR" altLang="en-US" smtClean="0"/>
              <a:t>개개인</a:t>
            </a:r>
            <a:r>
              <a:rPr lang="en-US" altLang="ko-KR" smtClean="0"/>
              <a:t>)</a:t>
            </a:r>
            <a:r>
              <a:rPr lang="ko-KR" altLang="en-US" smtClean="0"/>
              <a:t>의 목표 성취 내용</a:t>
            </a:r>
            <a:r>
              <a:rPr lang="en-US" altLang="ko-KR" smtClean="0"/>
              <a:t>, </a:t>
            </a:r>
            <a:r>
              <a:rPr lang="ko-KR" altLang="en-US" smtClean="0"/>
              <a:t>성취를 체크하는 지표</a:t>
            </a:r>
          </a:p>
          <a:p>
            <a:pPr marL="0" indent="0">
              <a:buNone/>
            </a:pP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Y(</a:t>
            </a:r>
            <a:r>
              <a:rPr lang="ko-KR" altLang="en-US" smtClean="0"/>
              <a:t>연</a:t>
            </a:r>
            <a:r>
              <a:rPr lang="en-US" altLang="ko-KR" smtClean="0"/>
              <a:t>), M(</a:t>
            </a:r>
            <a:r>
              <a:rPr lang="ko-KR" altLang="en-US" smtClean="0"/>
              <a:t>월</a:t>
            </a:r>
            <a:r>
              <a:rPr lang="en-US" altLang="ko-KR" smtClean="0"/>
              <a:t>), W</a:t>
            </a:r>
            <a:r>
              <a:rPr lang="ko-KR" altLang="en-US" smtClean="0"/>
              <a:t>㈜</a:t>
            </a:r>
            <a:r>
              <a:rPr lang="en-US" altLang="ko-KR" smtClean="0"/>
              <a:t>, D(</a:t>
            </a:r>
            <a:r>
              <a:rPr lang="ko-KR" altLang="en-US" smtClean="0"/>
              <a:t>일</a:t>
            </a:r>
            <a:r>
              <a:rPr lang="en-US" altLang="ko-KR" smtClean="0"/>
              <a:t>)</a:t>
            </a:r>
            <a:r>
              <a:rPr lang="ko-KR" altLang="en-US" smtClean="0"/>
              <a:t>별로 성취할 목표를 확인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W, D</a:t>
            </a:r>
            <a:r>
              <a:rPr lang="ko-KR" altLang="en-US" smtClean="0"/>
              <a:t>별로만 체크해도 월 </a:t>
            </a:r>
            <a:r>
              <a:rPr lang="en-US" altLang="ko-KR" smtClean="0"/>
              <a:t>1</a:t>
            </a:r>
            <a:r>
              <a:rPr lang="ko-KR" altLang="en-US" smtClean="0"/>
              <a:t>억은 넘을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400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내가 발전하기 위해서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현재 내 포트폴리오의 수준을 반드시 인지하자</a:t>
            </a:r>
            <a:endParaRPr lang="en-US" altLang="ko-KR" smtClean="0"/>
          </a:p>
          <a:p>
            <a:pPr lvl="1"/>
            <a:r>
              <a:rPr lang="ko-KR" altLang="en-US" smtClean="0"/>
              <a:t>내가 가진 단점을 안다면</a:t>
            </a:r>
            <a:r>
              <a:rPr lang="en-US" altLang="ko-KR" smtClean="0"/>
              <a:t>, </a:t>
            </a:r>
            <a:r>
              <a:rPr lang="ko-KR" altLang="en-US" smtClean="0"/>
              <a:t>발전할 수 있다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이력서</a:t>
            </a:r>
            <a:r>
              <a:rPr lang="en-US" altLang="ko-KR" smtClean="0"/>
              <a:t>, </a:t>
            </a:r>
            <a:r>
              <a:rPr lang="ko-KR" altLang="en-US" smtClean="0"/>
              <a:t>자소서</a:t>
            </a:r>
            <a:endParaRPr lang="en-US" altLang="ko-KR" smtClean="0"/>
          </a:p>
          <a:p>
            <a:pPr lvl="1"/>
            <a:r>
              <a:rPr lang="ko-KR" altLang="en-US" smtClean="0"/>
              <a:t>미리 써놓자</a:t>
            </a:r>
            <a:r>
              <a:rPr lang="en-US" altLang="ko-KR" smtClean="0"/>
              <a:t>. </a:t>
            </a:r>
            <a:r>
              <a:rPr lang="ko-KR" altLang="en-US" smtClean="0"/>
              <a:t>나중에 포트폴리오 완성하고 자소서와 이력서를 쓰려고 한다면</a:t>
            </a:r>
            <a:r>
              <a:rPr lang="en-US" altLang="ko-KR" smtClean="0"/>
              <a:t>, </a:t>
            </a:r>
            <a:r>
              <a:rPr lang="ko-KR" altLang="en-US" smtClean="0"/>
              <a:t>내 포트폴리오는 그 동안 뒤쳐질 것이다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endParaRPr lang="en-US" altLang="ko-KR" smtClean="0"/>
          </a:p>
          <a:p>
            <a:r>
              <a:rPr lang="ko-KR" altLang="en-US" smtClean="0"/>
              <a:t>선생님이 지원하라고 하면</a:t>
            </a:r>
            <a:r>
              <a:rPr lang="en-US" altLang="ko-KR" smtClean="0"/>
              <a:t>, </a:t>
            </a:r>
            <a:r>
              <a:rPr lang="ko-KR" altLang="en-US" smtClean="0"/>
              <a:t>바로 지원할 수 있어야 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ASAP : </a:t>
            </a:r>
            <a:r>
              <a:rPr lang="ko-KR" altLang="en-US" smtClean="0"/>
              <a:t>빠르면 빠를 수록 좋다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15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smtClean="0"/>
              <a:t>선정의 이유 </a:t>
            </a:r>
            <a:r>
              <a:rPr lang="en-US" altLang="ko-KR" sz="4000" smtClean="0"/>
              <a:t>– </a:t>
            </a:r>
            <a:r>
              <a:rPr lang="ko-KR" altLang="en-US" sz="4000" smtClean="0"/>
              <a:t>선배들의 보스 몬스터 설정</a:t>
            </a:r>
            <a:endParaRPr lang="ko-KR" altLang="en-US" sz="40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마인</a:t>
            </a:r>
            <a:r>
              <a:rPr lang="en-US" altLang="ko-KR" smtClean="0"/>
              <a:t>TV – </a:t>
            </a:r>
            <a:r>
              <a:rPr lang="ko-KR" altLang="en-US" smtClean="0"/>
              <a:t>게임 속 가장 큰 몬스터</a:t>
            </a:r>
            <a:endParaRPr lang="en-US" altLang="ko-KR" smtClean="0"/>
          </a:p>
          <a:p>
            <a:r>
              <a:rPr lang="ko-KR" altLang="en-US" smtClean="0"/>
              <a:t>몬스터의 크기만으로도 플레이어에게 위압감을 줄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크기는 작지만 매력적인 캐릭터</a:t>
            </a:r>
            <a:endParaRPr lang="en-US" altLang="ko-KR" smtClean="0"/>
          </a:p>
          <a:p>
            <a:r>
              <a:rPr lang="ko-KR" altLang="en-US" smtClean="0"/>
              <a:t>몬스터 헌터의 </a:t>
            </a:r>
            <a:r>
              <a:rPr lang="en-US" altLang="ko-KR" smtClean="0"/>
              <a:t>‘</a:t>
            </a:r>
            <a:r>
              <a:rPr lang="ko-KR" altLang="en-US" smtClean="0"/>
              <a:t>아이루</a:t>
            </a:r>
            <a:r>
              <a:rPr lang="en-US" altLang="ko-KR" smtClean="0"/>
              <a:t>’ / </a:t>
            </a:r>
            <a:r>
              <a:rPr lang="ko-KR" altLang="en-US" smtClean="0"/>
              <a:t>미니언즈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592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주인공 </a:t>
            </a:r>
            <a:r>
              <a:rPr lang="en-US" altLang="ko-KR" smtClean="0"/>
              <a:t>- </a:t>
            </a:r>
            <a:r>
              <a:rPr lang="ko-KR" altLang="en-US" smtClean="0"/>
              <a:t>플레이어 캐릭터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(1) </a:t>
            </a:r>
            <a:r>
              <a:rPr lang="ko-KR" altLang="en-US" smtClean="0"/>
              <a:t>플레이의 작용 요소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(1) </a:t>
            </a:r>
            <a:r>
              <a:rPr lang="ko-KR" altLang="en-US" smtClean="0"/>
              <a:t>가장 중요한 게임의 요소 </a:t>
            </a:r>
            <a:r>
              <a:rPr lang="en-US" altLang="ko-KR" smtClean="0"/>
              <a:t>: ‘</a:t>
            </a:r>
            <a:r>
              <a:rPr lang="ko-KR" altLang="en-US" smtClean="0"/>
              <a:t>플레이의 작용 요소</a:t>
            </a:r>
            <a:r>
              <a:rPr lang="en-US" altLang="ko-KR" smtClean="0"/>
              <a:t>‘</a:t>
            </a:r>
          </a:p>
          <a:p>
            <a:r>
              <a:rPr lang="ko-KR" altLang="en-US" smtClean="0"/>
              <a:t>플레이어 캐릭터는 조작과</a:t>
            </a:r>
            <a:r>
              <a:rPr lang="en-US" altLang="ko-KR" smtClean="0"/>
              <a:t> </a:t>
            </a:r>
            <a:r>
              <a:rPr lang="ko-KR" altLang="en-US" smtClean="0"/>
              <a:t>선택에 대응해야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이동키 입력 </a:t>
            </a:r>
            <a:r>
              <a:rPr lang="en-US" altLang="ko-KR" smtClean="0"/>
              <a:t>-&gt; </a:t>
            </a:r>
            <a:r>
              <a:rPr lang="ko-KR" altLang="en-US" smtClean="0"/>
              <a:t>캐릭터는 이동해야 한다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따라서 </a:t>
            </a:r>
            <a:r>
              <a:rPr lang="en-US" altLang="ko-KR" b="1" smtClean="0"/>
              <a:t>‘</a:t>
            </a:r>
            <a:r>
              <a:rPr lang="ko-KR" altLang="en-US" b="1" smtClean="0"/>
              <a:t>키 매뉴얼</a:t>
            </a:r>
            <a:r>
              <a:rPr lang="en-US" altLang="ko-KR" b="1" smtClean="0"/>
              <a:t>’</a:t>
            </a:r>
            <a:r>
              <a:rPr lang="ko-KR" altLang="en-US" smtClean="0"/>
              <a:t>이 가장 중요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래퍼런스</a:t>
            </a:r>
            <a:r>
              <a:rPr lang="en-US" altLang="ko-KR" smtClean="0"/>
              <a:t>(</a:t>
            </a:r>
            <a:r>
              <a:rPr lang="ko-KR" altLang="en-US" smtClean="0"/>
              <a:t>참고</a:t>
            </a:r>
            <a:r>
              <a:rPr lang="en-US" altLang="ko-KR" smtClean="0"/>
              <a:t>)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미야모토 시게루의 배관 수리공의 이야기</a:t>
            </a:r>
            <a:r>
              <a:rPr lang="en-US" altLang="ko-KR" smtClean="0"/>
              <a:t>. ‘</a:t>
            </a:r>
            <a:r>
              <a:rPr lang="ko-KR" altLang="en-US" smtClean="0"/>
              <a:t>슈퍼마리오 브라더스</a:t>
            </a:r>
            <a:r>
              <a:rPr lang="en-US" altLang="ko-KR" smtClean="0"/>
              <a:t>＇</a:t>
            </a:r>
            <a:r>
              <a:rPr lang="ko-KR" altLang="en-US" smtClean="0"/>
              <a:t>의 키 매뉴얼이 정석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가속도를 받아서 점프를 누르면 멀리 뛰고</a:t>
            </a:r>
            <a:r>
              <a:rPr lang="en-US" altLang="ko-KR" smtClean="0"/>
              <a:t>, </a:t>
            </a:r>
            <a:r>
              <a:rPr lang="ko-KR" altLang="en-US" smtClean="0"/>
              <a:t>점프키를 오래 누르면 더 높이 뛴다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키 매뉴얼이 </a:t>
            </a:r>
            <a:r>
              <a:rPr lang="en-US" altLang="ko-KR" b="1" smtClean="0"/>
              <a:t>‘</a:t>
            </a:r>
            <a:r>
              <a:rPr lang="ko-KR" altLang="en-US" b="1" smtClean="0"/>
              <a:t>손맛의 재미</a:t>
            </a:r>
            <a:r>
              <a:rPr lang="en-US" altLang="ko-KR" b="1" smtClean="0"/>
              <a:t>’</a:t>
            </a:r>
            <a:r>
              <a:rPr lang="ko-KR" altLang="en-US" b="1" smtClean="0"/>
              <a:t>를 형성</a:t>
            </a:r>
            <a:r>
              <a:rPr lang="ko-KR" altLang="en-US" smtClean="0"/>
              <a:t>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963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(2) </a:t>
            </a:r>
            <a:r>
              <a:rPr lang="ko-KR" altLang="en-US" smtClean="0"/>
              <a:t>목적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9495" y="1825625"/>
            <a:ext cx="1105301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mtClean="0"/>
              <a:t>(2) </a:t>
            </a:r>
            <a:r>
              <a:rPr lang="ko-KR" altLang="en-US" smtClean="0"/>
              <a:t>주인공이 </a:t>
            </a:r>
            <a:r>
              <a:rPr lang="ko-KR" altLang="en-US" b="1" smtClean="0"/>
              <a:t>목적</a:t>
            </a:r>
            <a:r>
              <a:rPr lang="ko-KR" altLang="en-US" smtClean="0"/>
              <a:t>을 가져야 한다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목적</a:t>
            </a:r>
            <a:r>
              <a:rPr lang="ko-KR" altLang="en-US" smtClean="0"/>
              <a:t> </a:t>
            </a:r>
            <a:r>
              <a:rPr lang="en-US" altLang="ko-KR" smtClean="0"/>
              <a:t>=&gt; </a:t>
            </a:r>
            <a:r>
              <a:rPr lang="ko-KR" altLang="en-US" smtClean="0"/>
              <a:t>달성해내야 하는 목적</a:t>
            </a:r>
            <a:r>
              <a:rPr lang="en-US" altLang="ko-KR"/>
              <a:t> </a:t>
            </a:r>
            <a:r>
              <a:rPr lang="en-US" altLang="ko-KR" smtClean="0"/>
              <a:t>-&gt; </a:t>
            </a:r>
            <a:r>
              <a:rPr lang="ko-KR" altLang="en-US" smtClean="0"/>
              <a:t>달성해내면 게임이 끝날 것임</a:t>
            </a:r>
            <a:endParaRPr lang="en-US" altLang="ko-KR" smtClean="0"/>
          </a:p>
          <a:p>
            <a:r>
              <a:rPr lang="en-US" altLang="ko-KR" smtClean="0"/>
              <a:t>1) </a:t>
            </a:r>
            <a:r>
              <a:rPr lang="ko-KR" altLang="en-US" smtClean="0"/>
              <a:t>이야기의 목적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[</a:t>
            </a:r>
            <a:r>
              <a:rPr lang="ko-KR" altLang="en-US" smtClean="0"/>
              <a:t>슈퍼마리오</a:t>
            </a:r>
            <a:r>
              <a:rPr lang="en-US" altLang="ko-KR" smtClean="0"/>
              <a:t>] - </a:t>
            </a:r>
            <a:r>
              <a:rPr lang="ko-KR" altLang="en-US" smtClean="0"/>
              <a:t>납치된 공주를 구하는 것</a:t>
            </a:r>
            <a:endParaRPr lang="en-US" altLang="ko-KR" smtClean="0"/>
          </a:p>
          <a:p>
            <a:r>
              <a:rPr lang="en-US" altLang="ko-KR" smtClean="0"/>
              <a:t>2) </a:t>
            </a:r>
            <a:r>
              <a:rPr lang="ko-KR" altLang="en-US" smtClean="0"/>
              <a:t>게임 화면 상에서 상황마다의 플레이의 목적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en-US" altLang="ko-KR" smtClean="0"/>
              <a:t>[</a:t>
            </a:r>
            <a:r>
              <a:rPr lang="ko-KR" altLang="en-US" smtClean="0"/>
              <a:t>슈퍼마리오</a:t>
            </a:r>
            <a:r>
              <a:rPr lang="en-US" altLang="ko-KR" smtClean="0"/>
              <a:t>] - </a:t>
            </a:r>
            <a:r>
              <a:rPr lang="ko-KR" altLang="en-US" smtClean="0"/>
              <a:t>점프 잘하기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b="1" smtClean="0"/>
              <a:t>캐릭터의 시놉시스는 목적을 알려주는 것으로 시작</a:t>
            </a:r>
            <a:r>
              <a:rPr lang="en-US" altLang="ko-KR" b="1" smtClean="0"/>
              <a:t>!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48959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(3) </a:t>
            </a:r>
            <a:r>
              <a:rPr lang="ko-KR" altLang="en-US" smtClean="0"/>
              <a:t>주인공이 못하는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(3) </a:t>
            </a:r>
            <a:r>
              <a:rPr lang="ko-KR" altLang="en-US" smtClean="0"/>
              <a:t>주인공이 정말 </a:t>
            </a:r>
            <a:r>
              <a:rPr lang="ko-KR" altLang="en-US" b="1" smtClean="0"/>
              <a:t>못하는 것을 제시</a:t>
            </a:r>
            <a:r>
              <a:rPr lang="ko-KR" altLang="en-US" smtClean="0"/>
              <a:t>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면접관을 살짝 놀라게 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그래야 주인공에게 </a:t>
            </a:r>
            <a:r>
              <a:rPr lang="ko-KR" altLang="en-US" b="1" smtClean="0"/>
              <a:t>친구가 필요</a:t>
            </a:r>
            <a:r>
              <a:rPr lang="ko-KR" altLang="en-US" smtClean="0"/>
              <a:t>해진다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탱커가 있으면 힐러가 있어야 하고</a:t>
            </a:r>
            <a:r>
              <a:rPr lang="en-US" altLang="ko-KR" smtClean="0"/>
              <a:t>, </a:t>
            </a:r>
            <a:r>
              <a:rPr lang="ko-KR" altLang="en-US" smtClean="0"/>
              <a:t>이들이 있으면 딜러가 있어야 한다</a:t>
            </a:r>
            <a:r>
              <a:rPr lang="en-US" altLang="ko-KR" smtClean="0"/>
              <a:t>. =&gt; </a:t>
            </a:r>
            <a:r>
              <a:rPr lang="ko-KR" altLang="en-US" smtClean="0"/>
              <a:t>그렇지 않으면 </a:t>
            </a:r>
            <a:r>
              <a:rPr lang="en-US" altLang="ko-KR" smtClean="0"/>
              <a:t>RPG </a:t>
            </a:r>
            <a:r>
              <a:rPr lang="ko-KR" altLang="en-US" smtClean="0"/>
              <a:t>장르의 약속인 </a:t>
            </a:r>
            <a:r>
              <a:rPr lang="en-US" altLang="ko-KR" smtClean="0"/>
              <a:t>‘</a:t>
            </a:r>
            <a:r>
              <a:rPr lang="ko-KR" altLang="en-US" smtClean="0"/>
              <a:t>롤 플레이</a:t>
            </a:r>
            <a:r>
              <a:rPr lang="en-US" altLang="ko-KR" smtClean="0"/>
              <a:t>＇</a:t>
            </a:r>
            <a:r>
              <a:rPr lang="ko-KR" altLang="en-US" smtClean="0"/>
              <a:t>가 성립되지 않는다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면접에서 </a:t>
            </a:r>
            <a:r>
              <a:rPr lang="en-US" altLang="ko-KR" smtClean="0"/>
              <a:t>‘</a:t>
            </a:r>
            <a:r>
              <a:rPr lang="ko-KR" altLang="en-US" smtClean="0"/>
              <a:t>주인공 캐릭터에게 무엇이 가장 중요한가</a:t>
            </a:r>
            <a:r>
              <a:rPr lang="en-US" altLang="ko-KR" smtClean="0"/>
              <a:t>＇</a:t>
            </a:r>
            <a:r>
              <a:rPr lang="ko-KR" altLang="en-US" smtClean="0"/>
              <a:t>에 대한 질문의 답변에 이 부분을 설명하면 아주 좋을 것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598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(4) </a:t>
            </a:r>
            <a:r>
              <a:rPr lang="ko-KR" altLang="en-US" smtClean="0"/>
              <a:t>캐릭터 시트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(1)~(3)</a:t>
            </a:r>
            <a:r>
              <a:rPr lang="ko-KR" altLang="en-US" smtClean="0"/>
              <a:t>에 대한 전체적인 내용</a:t>
            </a:r>
            <a:endParaRPr lang="en-US" altLang="ko-KR" smtClean="0"/>
          </a:p>
          <a:p>
            <a:r>
              <a:rPr lang="ko-KR" altLang="en-US" smtClean="0"/>
              <a:t>각각의 게임의 장르나 목적에 따라 세부 내용들은 다 다르겠지만</a:t>
            </a:r>
            <a:r>
              <a:rPr lang="en-US" altLang="ko-KR" smtClean="0"/>
              <a:t>, </a:t>
            </a:r>
            <a:r>
              <a:rPr lang="ko-KR" altLang="en-US" smtClean="0"/>
              <a:t>게임에 필요한 캐릭터의 값들을 설명한 것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어떤 장르에 등장하는 캐릭터인지를 정하고 시작해야</a:t>
            </a:r>
            <a:r>
              <a:rPr lang="en-US" altLang="ko-KR" smtClean="0"/>
              <a:t>, </a:t>
            </a:r>
            <a:r>
              <a:rPr lang="ko-KR" altLang="en-US" smtClean="0"/>
              <a:t>이 내용을 만들어나가기 좋을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030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캐릭터 시트 </a:t>
            </a:r>
            <a:r>
              <a:rPr lang="en-US" altLang="ko-KR" smtClean="0"/>
              <a:t>- </a:t>
            </a:r>
            <a:r>
              <a:rPr lang="ko-KR" altLang="en-US" smtClean="0"/>
              <a:t>설정 디자이너가 할 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작업 지시서</a:t>
            </a:r>
            <a:endParaRPr lang="en-US" altLang="ko-KR" smtClean="0"/>
          </a:p>
          <a:p>
            <a:r>
              <a:rPr lang="ko-KR" altLang="en-US" smtClean="0"/>
              <a:t>이러한 캐릭터를 만들어달라는 </a:t>
            </a:r>
            <a:r>
              <a:rPr lang="ko-KR" altLang="en-US" b="1" smtClean="0"/>
              <a:t>문서화</a:t>
            </a:r>
            <a:r>
              <a:rPr lang="ko-KR" altLang="en-US" smtClean="0"/>
              <a:t>된 작업 지시서를 만들어야 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이게 그래픽의 설계 도안으로서 원화 디자이너가 참고할 수 있어야 하는 내용이 있어야 함</a:t>
            </a:r>
            <a:endParaRPr lang="en-US" altLang="ko-KR" smtClean="0"/>
          </a:p>
          <a:p>
            <a:r>
              <a:rPr lang="ko-KR" altLang="en-US" b="1" smtClean="0"/>
              <a:t>주인공의 외형이 설명될 수 있는 정보가 제시돼야 함</a:t>
            </a:r>
            <a:endParaRPr lang="en-US" altLang="ko-KR" b="1" smtClean="0"/>
          </a:p>
          <a:p>
            <a:endParaRPr lang="en-US" altLang="ko-KR"/>
          </a:p>
          <a:p>
            <a:r>
              <a:rPr lang="ko-KR" altLang="en-US" smtClean="0"/>
              <a:t>자율적으로 이 페이지를 만들어보자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328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(5) </a:t>
            </a:r>
            <a:r>
              <a:rPr lang="ko-KR" altLang="en-US" smtClean="0"/>
              <a:t>밸런스 디자이너가 할 일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캐릭터의 </a:t>
            </a:r>
            <a:r>
              <a:rPr lang="ko-KR" altLang="en-US" b="1" smtClean="0"/>
              <a:t>내형</a:t>
            </a:r>
            <a:r>
              <a:rPr lang="ko-KR" altLang="en-US" smtClean="0"/>
              <a:t> 인자가 설명될 수 있는 정보가 제시돼야 함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STATUS(</a:t>
            </a:r>
            <a:r>
              <a:rPr lang="ko-KR" altLang="en-US" smtClean="0"/>
              <a:t>스탯 </a:t>
            </a:r>
            <a:r>
              <a:rPr lang="en-US" altLang="ko-KR" smtClean="0"/>
              <a:t>STAT) ; </a:t>
            </a:r>
            <a:r>
              <a:rPr lang="ko-KR" altLang="en-US" smtClean="0"/>
              <a:t>별 </a:t>
            </a:r>
            <a:r>
              <a:rPr lang="en-US" altLang="ko-KR" smtClean="0"/>
              <a:t>1~5</a:t>
            </a:r>
            <a:r>
              <a:rPr lang="ko-KR" altLang="en-US" smtClean="0"/>
              <a:t>개 중 적으면 됨</a:t>
            </a:r>
            <a:endParaRPr lang="en-US" altLang="ko-KR" smtClean="0"/>
          </a:p>
          <a:p>
            <a:r>
              <a:rPr lang="ko-KR" altLang="en-US" smtClean="0"/>
              <a:t>밸런스 디자이너가 이를 상세히 설정할 것이니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설정 디자이너는 상세하게 이를 적을 필요 </a:t>
            </a:r>
            <a:r>
              <a:rPr lang="en-US" altLang="ko-KR" smtClean="0"/>
              <a:t>x</a:t>
            </a:r>
          </a:p>
          <a:p>
            <a:endParaRPr lang="en-US" altLang="ko-KR"/>
          </a:p>
          <a:p>
            <a:r>
              <a:rPr lang="ko-KR" altLang="en-US" smtClean="0"/>
              <a:t>능력 분포 다각형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85" y="4176434"/>
            <a:ext cx="4772691" cy="200052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199" y="4475131"/>
            <a:ext cx="2346488" cy="132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94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(6) </a:t>
            </a:r>
            <a:r>
              <a:rPr lang="ko-KR" altLang="en-US" smtClean="0"/>
              <a:t>주인공이 지닌 동작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키 매뉴얼과 연결되는 것</a:t>
            </a:r>
            <a:endParaRPr lang="en-US" altLang="ko-KR" smtClean="0"/>
          </a:p>
          <a:p>
            <a:r>
              <a:rPr lang="en-US" altLang="ko-KR" smtClean="0"/>
              <a:t>(1)</a:t>
            </a:r>
            <a:r>
              <a:rPr lang="ko-KR" altLang="en-US" smtClean="0"/>
              <a:t>애니메이션 리스트</a:t>
            </a:r>
            <a:r>
              <a:rPr lang="en-US" altLang="ko-KR" smtClean="0"/>
              <a:t>(</a:t>
            </a:r>
            <a:r>
              <a:rPr lang="ko-KR" altLang="en-US" smtClean="0"/>
              <a:t>애니메이션 항목</a:t>
            </a:r>
            <a:r>
              <a:rPr lang="en-US" altLang="ko-KR" smtClean="0"/>
              <a:t>)</a:t>
            </a:r>
            <a:r>
              <a:rPr lang="ko-KR" altLang="en-US" smtClean="0"/>
              <a:t>와 </a:t>
            </a:r>
            <a:r>
              <a:rPr lang="en-US" altLang="ko-KR" smtClean="0"/>
              <a:t>(2)</a:t>
            </a:r>
            <a:r>
              <a:rPr lang="ko-KR" altLang="en-US" smtClean="0"/>
              <a:t>애니메이션 로직</a:t>
            </a:r>
            <a:r>
              <a:rPr lang="en-US" altLang="ko-KR" smtClean="0"/>
              <a:t>(</a:t>
            </a:r>
            <a:r>
              <a:rPr lang="ko-KR" altLang="en-US" smtClean="0"/>
              <a:t>애니메이션이 연결되는 것</a:t>
            </a:r>
            <a:r>
              <a:rPr lang="en-US" altLang="ko-KR" smtClean="0"/>
              <a:t>)</a:t>
            </a:r>
            <a:r>
              <a:rPr lang="ko-KR" altLang="en-US" smtClean="0"/>
              <a:t>이 만들어져야 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27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(7) </a:t>
            </a:r>
            <a:r>
              <a:rPr lang="ko-KR" altLang="en-US" smtClean="0"/>
              <a:t>주인공의 특별한 능력 </a:t>
            </a:r>
            <a:r>
              <a:rPr lang="en-US" altLang="ko-KR" smtClean="0"/>
              <a:t>= SKILL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Skill = special action</a:t>
            </a:r>
          </a:p>
          <a:p>
            <a:r>
              <a:rPr lang="ko-KR" altLang="en-US" smtClean="0"/>
              <a:t>스킬별로 스킬의 효용성을 제시해야 함</a:t>
            </a:r>
            <a:endParaRPr lang="en-US" altLang="ko-KR" smtClean="0"/>
          </a:p>
          <a:p>
            <a:endParaRPr lang="en-US" altLang="ko-KR" smtClean="0"/>
          </a:p>
          <a:p>
            <a:r>
              <a:rPr lang="en-US" altLang="ko-KR" smtClean="0"/>
              <a:t>(6), (7)</a:t>
            </a:r>
            <a:r>
              <a:rPr lang="ko-KR" altLang="en-US" smtClean="0"/>
              <a:t>로 애니메이터와 이펙터</a:t>
            </a:r>
            <a:r>
              <a:rPr lang="en-US" altLang="ko-KR"/>
              <a:t> </a:t>
            </a:r>
            <a:r>
              <a:rPr lang="ko-KR" altLang="en-US" smtClean="0"/>
              <a:t>디자이너</a:t>
            </a:r>
            <a:r>
              <a:rPr lang="en-US" altLang="ko-KR" smtClean="0"/>
              <a:t>,</a:t>
            </a:r>
            <a:r>
              <a:rPr lang="ko-KR" altLang="en-US" smtClean="0"/>
              <a:t> 전투 디자이너</a:t>
            </a:r>
            <a:r>
              <a:rPr lang="en-US" altLang="ko-KR" smtClean="0"/>
              <a:t>(?)</a:t>
            </a:r>
            <a:r>
              <a:rPr lang="ko-KR" altLang="en-US" smtClean="0"/>
              <a:t>가 작업하게 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70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(8) </a:t>
            </a:r>
            <a:r>
              <a:rPr lang="ko-KR" altLang="en-US" smtClean="0"/>
              <a:t>주인공이 지닌 소리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BGM</a:t>
            </a:r>
          </a:p>
          <a:p>
            <a:r>
              <a:rPr lang="en-US" altLang="ko-KR" smtClean="0"/>
              <a:t>Sound Effect</a:t>
            </a:r>
          </a:p>
          <a:p>
            <a:r>
              <a:rPr lang="en-US" altLang="ko-KR" smtClean="0"/>
              <a:t>Voice Sound Effect ; </a:t>
            </a: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기침소리</a:t>
            </a:r>
            <a:endParaRPr lang="en-US" altLang="ko-KR" smtClean="0"/>
          </a:p>
          <a:p>
            <a:r>
              <a:rPr lang="en-US" altLang="ko-KR" smtClean="0"/>
              <a:t>Voice Sound ; </a:t>
            </a: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대사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이를 통해 </a:t>
            </a:r>
            <a:r>
              <a:rPr lang="en-US" altLang="ko-KR" smtClean="0"/>
              <a:t>‘</a:t>
            </a:r>
            <a:r>
              <a:rPr lang="ko-KR" altLang="en-US" smtClean="0"/>
              <a:t>성우 매칭</a:t>
            </a:r>
            <a:r>
              <a:rPr lang="en-US" altLang="ko-KR" smtClean="0"/>
              <a:t>＇</a:t>
            </a:r>
            <a:r>
              <a:rPr lang="ko-KR" altLang="en-US" smtClean="0"/>
              <a:t>을 하게 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455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떠오른 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크리에이터와의 협력 </a:t>
            </a:r>
            <a:r>
              <a:rPr lang="en-US" altLang="ko-KR" smtClean="0"/>
              <a:t>– </a:t>
            </a:r>
            <a:r>
              <a:rPr lang="ko-KR" altLang="en-US" smtClean="0"/>
              <a:t>플레이한 영상을 올린 크리에이터의 이름을 입력</a:t>
            </a:r>
            <a:r>
              <a:rPr lang="en-US" altLang="ko-KR" smtClean="0"/>
              <a:t>(</a:t>
            </a:r>
            <a:r>
              <a:rPr lang="ko-KR" altLang="en-US" smtClean="0"/>
              <a:t>쿠폰 번호와 같은 느낌</a:t>
            </a:r>
            <a:r>
              <a:rPr lang="en-US" altLang="ko-KR" smtClean="0"/>
              <a:t>)</a:t>
            </a:r>
            <a:r>
              <a:rPr lang="ko-KR" altLang="en-US" smtClean="0"/>
              <a:t>하면 할인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크리에이터가 실제로 영상을 올렸는지</a:t>
            </a:r>
            <a:r>
              <a:rPr lang="en-US" altLang="ko-KR" smtClean="0"/>
              <a:t>, </a:t>
            </a:r>
            <a:r>
              <a:rPr lang="ko-KR" altLang="en-US" smtClean="0"/>
              <a:t>그 영상의 내용까지 확인 필요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276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27" y="187837"/>
            <a:ext cx="9352546" cy="648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35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546</Words>
  <Application>Microsoft Office PowerPoint</Application>
  <PresentationFormat>와이드스크린</PresentationFormat>
  <Paragraphs>80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KPI와 KBI</vt:lpstr>
      <vt:lpstr>내가 발전하기 위해서</vt:lpstr>
      <vt:lpstr>선정의 이유 – 선배들의 보스 몬스터 설정</vt:lpstr>
      <vt:lpstr>주인공 - 플레이어 캐릭터 (1) 플레이의 작용 요소</vt:lpstr>
      <vt:lpstr>(2) 목적</vt:lpstr>
      <vt:lpstr>(3) 주인공이 못하는 것</vt:lpstr>
      <vt:lpstr>(4) 캐릭터 시트</vt:lpstr>
      <vt:lpstr>캐릭터 시트 - 설정 디자이너가 할 일</vt:lpstr>
      <vt:lpstr>(5) 밸런스 디자이너가 할 일</vt:lpstr>
      <vt:lpstr>(6) 주인공이 지닌 동작</vt:lpstr>
      <vt:lpstr>(7) 주인공의 특별한 능력 = SKILL</vt:lpstr>
      <vt:lpstr>(8) 주인공이 지닌 소리</vt:lpstr>
      <vt:lpstr>떠오른 생각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KPI와 KBI</dc:title>
  <dc:creator>FullName</dc:creator>
  <cp:lastModifiedBy>FullName</cp:lastModifiedBy>
  <cp:revision>9</cp:revision>
  <dcterms:created xsi:type="dcterms:W3CDTF">2026-04-15T04:57:01Z</dcterms:created>
  <dcterms:modified xsi:type="dcterms:W3CDTF">2026-04-15T06:52:29Z</dcterms:modified>
</cp:coreProperties>
</file>